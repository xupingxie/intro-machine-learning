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0" r:id="rId4"/>
    <p:sldId id="261" r:id="rId5"/>
    <p:sldId id="262" r:id="rId6"/>
    <p:sldId id="285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E9D6EB-7059-4741-9745-E69226E1CB75}">
          <p14:sldIdLst>
            <p14:sldId id="256"/>
            <p14:sldId id="257"/>
            <p14:sldId id="260"/>
            <p14:sldId id="261"/>
            <p14:sldId id="262"/>
            <p14:sldId id="285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Untitled Section" id="{36A6DFD3-BD46-E649-B29E-3CD528BEF20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34" autoAdjust="0"/>
    <p:restoredTop sz="95728" autoAdjust="0"/>
  </p:normalViewPr>
  <p:slideViewPr>
    <p:cSldViewPr snapToGrid="0" snapToObjects="1">
      <p:cViewPr varScale="1">
        <p:scale>
          <a:sx n="127" d="100"/>
          <a:sy n="127" d="100"/>
        </p:scale>
        <p:origin x="32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svg"/><Relationship Id="rId1" Type="http://schemas.openxmlformats.org/officeDocument/2006/relationships/image" Target="../media/image12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6.svg"/><Relationship Id="rId1" Type="http://schemas.openxmlformats.org/officeDocument/2006/relationships/image" Target="../media/image12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D10B97-B5F1-4C31-BCDB-0E3AD412E5F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51C762F-329E-49CC-A774-65799FFB63BB}">
      <dgm:prSet/>
      <dgm:spPr/>
      <dgm:t>
        <a:bodyPr/>
        <a:lstStyle/>
        <a:p>
          <a:r>
            <a:rPr lang="en-US" baseline="0" dirty="0"/>
            <a:t>Supervised Learning</a:t>
          </a:r>
          <a:endParaRPr lang="en-US" dirty="0"/>
        </a:p>
      </dgm:t>
    </dgm:pt>
    <dgm:pt modelId="{86A051C6-D390-4E0B-BFC6-866AD91D9237}" type="parTrans" cxnId="{371E331A-91BB-44D7-B655-6DDE430DCC53}">
      <dgm:prSet/>
      <dgm:spPr/>
      <dgm:t>
        <a:bodyPr/>
        <a:lstStyle/>
        <a:p>
          <a:endParaRPr lang="en-US"/>
        </a:p>
      </dgm:t>
    </dgm:pt>
    <dgm:pt modelId="{4502EBB0-B0BA-44E1-BCAD-BC19D1FA0CFD}" type="sibTrans" cxnId="{371E331A-91BB-44D7-B655-6DDE430DCC53}">
      <dgm:prSet/>
      <dgm:spPr/>
      <dgm:t>
        <a:bodyPr/>
        <a:lstStyle/>
        <a:p>
          <a:endParaRPr lang="en-US"/>
        </a:p>
      </dgm:t>
    </dgm:pt>
    <dgm:pt modelId="{63D4B9F7-AF3E-4A33-8F7D-58F82FC12609}">
      <dgm:prSet/>
      <dgm:spPr/>
      <dgm:t>
        <a:bodyPr/>
        <a:lstStyle/>
        <a:p>
          <a:r>
            <a:rPr lang="en-US" baseline="0"/>
            <a:t>Given: training data + desired outputs (labels)</a:t>
          </a:r>
          <a:endParaRPr lang="en-US"/>
        </a:p>
      </dgm:t>
    </dgm:pt>
    <dgm:pt modelId="{6067C83A-1B13-4842-9907-386C470CF027}" type="parTrans" cxnId="{929F58EA-8681-4855-92EF-E72E23BDD0FC}">
      <dgm:prSet/>
      <dgm:spPr/>
      <dgm:t>
        <a:bodyPr/>
        <a:lstStyle/>
        <a:p>
          <a:endParaRPr lang="en-US"/>
        </a:p>
      </dgm:t>
    </dgm:pt>
    <dgm:pt modelId="{0AC3DD72-3747-4A34-ABF0-C2CA2A862C54}" type="sibTrans" cxnId="{929F58EA-8681-4855-92EF-E72E23BDD0FC}">
      <dgm:prSet/>
      <dgm:spPr/>
      <dgm:t>
        <a:bodyPr/>
        <a:lstStyle/>
        <a:p>
          <a:endParaRPr lang="en-US"/>
        </a:p>
      </dgm:t>
    </dgm:pt>
    <dgm:pt modelId="{C76C7B3C-7446-4AB1-8831-94DD30ED42C9}">
      <dgm:prSet/>
      <dgm:spPr/>
      <dgm:t>
        <a:bodyPr/>
        <a:lstStyle/>
        <a:p>
          <a:r>
            <a:rPr lang="en-US" baseline="0" dirty="0"/>
            <a:t>Unsupervised Learning</a:t>
          </a:r>
          <a:endParaRPr lang="en-US" dirty="0"/>
        </a:p>
      </dgm:t>
    </dgm:pt>
    <dgm:pt modelId="{698820B0-E0A9-4670-8828-8EE1CBFABB34}" type="parTrans" cxnId="{5E5CBE15-0CE7-4637-8922-C2EB07101AD9}">
      <dgm:prSet/>
      <dgm:spPr/>
      <dgm:t>
        <a:bodyPr/>
        <a:lstStyle/>
        <a:p>
          <a:endParaRPr lang="en-US"/>
        </a:p>
      </dgm:t>
    </dgm:pt>
    <dgm:pt modelId="{AB6EC933-85B7-4E74-A9BF-F871F2215012}" type="sibTrans" cxnId="{5E5CBE15-0CE7-4637-8922-C2EB07101AD9}">
      <dgm:prSet/>
      <dgm:spPr/>
      <dgm:t>
        <a:bodyPr/>
        <a:lstStyle/>
        <a:p>
          <a:endParaRPr lang="en-US"/>
        </a:p>
      </dgm:t>
    </dgm:pt>
    <dgm:pt modelId="{BAFE14B2-15BD-40D5-99CB-B0A25095D9BA}">
      <dgm:prSet/>
      <dgm:spPr/>
      <dgm:t>
        <a:bodyPr/>
        <a:lstStyle/>
        <a:p>
          <a:r>
            <a:rPr lang="en-US" baseline="0"/>
            <a:t>Given: training data (without desired outputs)</a:t>
          </a:r>
          <a:endParaRPr lang="en-US"/>
        </a:p>
      </dgm:t>
    </dgm:pt>
    <dgm:pt modelId="{74BCD406-AF0F-456A-A1C9-EA1A7D16707A}" type="parTrans" cxnId="{341EAA77-D654-4C1B-9F53-EDE7297F1F33}">
      <dgm:prSet/>
      <dgm:spPr/>
      <dgm:t>
        <a:bodyPr/>
        <a:lstStyle/>
        <a:p>
          <a:endParaRPr lang="en-US"/>
        </a:p>
      </dgm:t>
    </dgm:pt>
    <dgm:pt modelId="{C7A9B468-470C-434C-A153-A47FCCA9AA98}" type="sibTrans" cxnId="{341EAA77-D654-4C1B-9F53-EDE7297F1F33}">
      <dgm:prSet/>
      <dgm:spPr/>
      <dgm:t>
        <a:bodyPr/>
        <a:lstStyle/>
        <a:p>
          <a:endParaRPr lang="en-US"/>
        </a:p>
      </dgm:t>
    </dgm:pt>
    <dgm:pt modelId="{0C40703B-D924-45CF-9AB8-6D744625116B}">
      <dgm:prSet/>
      <dgm:spPr/>
      <dgm:t>
        <a:bodyPr/>
        <a:lstStyle/>
        <a:p>
          <a:r>
            <a:rPr lang="en-US" baseline="0"/>
            <a:t>Semi-supervised Learning</a:t>
          </a:r>
          <a:endParaRPr lang="en-US"/>
        </a:p>
      </dgm:t>
    </dgm:pt>
    <dgm:pt modelId="{27323373-D1B1-475F-9532-6B1779ABA564}" type="parTrans" cxnId="{CF5A80EA-B909-464C-8781-2FF0097E714E}">
      <dgm:prSet/>
      <dgm:spPr/>
      <dgm:t>
        <a:bodyPr/>
        <a:lstStyle/>
        <a:p>
          <a:endParaRPr lang="en-US"/>
        </a:p>
      </dgm:t>
    </dgm:pt>
    <dgm:pt modelId="{1C25B308-DCAB-4733-90E5-A628A5F67455}" type="sibTrans" cxnId="{CF5A80EA-B909-464C-8781-2FF0097E714E}">
      <dgm:prSet/>
      <dgm:spPr/>
      <dgm:t>
        <a:bodyPr/>
        <a:lstStyle/>
        <a:p>
          <a:endParaRPr lang="en-US"/>
        </a:p>
      </dgm:t>
    </dgm:pt>
    <dgm:pt modelId="{DC489E93-0B31-47C1-A24D-F287C4A6C118}">
      <dgm:prSet/>
      <dgm:spPr/>
      <dgm:t>
        <a:bodyPr/>
        <a:lstStyle/>
        <a:p>
          <a:r>
            <a:rPr lang="en-US" baseline="0"/>
            <a:t>Given: training data + a few desired outputs</a:t>
          </a:r>
          <a:endParaRPr lang="en-US"/>
        </a:p>
      </dgm:t>
    </dgm:pt>
    <dgm:pt modelId="{0EB39A86-A026-4869-8997-FF44657FBD03}" type="parTrans" cxnId="{69DC8E19-6AC2-4D7B-B797-9F929BF92052}">
      <dgm:prSet/>
      <dgm:spPr/>
      <dgm:t>
        <a:bodyPr/>
        <a:lstStyle/>
        <a:p>
          <a:endParaRPr lang="en-US"/>
        </a:p>
      </dgm:t>
    </dgm:pt>
    <dgm:pt modelId="{A8B70E9F-E019-4B6B-BB2C-82D56E35C593}" type="sibTrans" cxnId="{69DC8E19-6AC2-4D7B-B797-9F929BF92052}">
      <dgm:prSet/>
      <dgm:spPr/>
      <dgm:t>
        <a:bodyPr/>
        <a:lstStyle/>
        <a:p>
          <a:endParaRPr lang="en-US"/>
        </a:p>
      </dgm:t>
    </dgm:pt>
    <dgm:pt modelId="{05CD6D78-F857-DE41-8C30-9BDF5FADB5B9}" type="pres">
      <dgm:prSet presAssocID="{99D10B97-B5F1-4C31-BCDB-0E3AD412E5FD}" presName="Name0" presStyleCnt="0">
        <dgm:presLayoutVars>
          <dgm:dir/>
          <dgm:animLvl val="lvl"/>
          <dgm:resizeHandles val="exact"/>
        </dgm:presLayoutVars>
      </dgm:prSet>
      <dgm:spPr/>
    </dgm:pt>
    <dgm:pt modelId="{FF10B1B4-8D3C-C14E-9D3E-054307DCDE6F}" type="pres">
      <dgm:prSet presAssocID="{E51C762F-329E-49CC-A774-65799FFB63BB}" presName="linNode" presStyleCnt="0"/>
      <dgm:spPr/>
    </dgm:pt>
    <dgm:pt modelId="{36E26E10-748D-2D48-BEE1-4E66697ACA83}" type="pres">
      <dgm:prSet presAssocID="{E51C762F-329E-49CC-A774-65799FFB63B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D462859-4CAB-544F-8CEC-EE49B8523E60}" type="pres">
      <dgm:prSet presAssocID="{E51C762F-329E-49CC-A774-65799FFB63BB}" presName="descendantText" presStyleLbl="alignAccFollowNode1" presStyleIdx="0" presStyleCnt="3">
        <dgm:presLayoutVars>
          <dgm:bulletEnabled val="1"/>
        </dgm:presLayoutVars>
      </dgm:prSet>
      <dgm:spPr/>
    </dgm:pt>
    <dgm:pt modelId="{5689ED3B-7062-EE4B-9740-5FA3BBC5325B}" type="pres">
      <dgm:prSet presAssocID="{4502EBB0-B0BA-44E1-BCAD-BC19D1FA0CFD}" presName="sp" presStyleCnt="0"/>
      <dgm:spPr/>
    </dgm:pt>
    <dgm:pt modelId="{26AAFB95-149E-7645-BF5F-C888CD60FB24}" type="pres">
      <dgm:prSet presAssocID="{C76C7B3C-7446-4AB1-8831-94DD30ED42C9}" presName="linNode" presStyleCnt="0"/>
      <dgm:spPr/>
    </dgm:pt>
    <dgm:pt modelId="{D955B284-CA45-EB44-9E4F-76D365AB235E}" type="pres">
      <dgm:prSet presAssocID="{C76C7B3C-7446-4AB1-8831-94DD30ED42C9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0D3DFD5-4742-E241-8025-E35C974EC6B2}" type="pres">
      <dgm:prSet presAssocID="{C76C7B3C-7446-4AB1-8831-94DD30ED42C9}" presName="descendantText" presStyleLbl="alignAccFollowNode1" presStyleIdx="1" presStyleCnt="3">
        <dgm:presLayoutVars>
          <dgm:bulletEnabled val="1"/>
        </dgm:presLayoutVars>
      </dgm:prSet>
      <dgm:spPr/>
    </dgm:pt>
    <dgm:pt modelId="{C5823981-634E-7145-97BD-1EEC465B6164}" type="pres">
      <dgm:prSet presAssocID="{AB6EC933-85B7-4E74-A9BF-F871F2215012}" presName="sp" presStyleCnt="0"/>
      <dgm:spPr/>
    </dgm:pt>
    <dgm:pt modelId="{B788E3A6-FF20-DC4F-84FD-F4A2B06CD34C}" type="pres">
      <dgm:prSet presAssocID="{0C40703B-D924-45CF-9AB8-6D744625116B}" presName="linNode" presStyleCnt="0"/>
      <dgm:spPr/>
    </dgm:pt>
    <dgm:pt modelId="{77BF3728-8F16-D14B-B672-B159FCA433F9}" type="pres">
      <dgm:prSet presAssocID="{0C40703B-D924-45CF-9AB8-6D744625116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4EFDF63-6EEC-C446-9646-4D19283ECA6D}" type="pres">
      <dgm:prSet presAssocID="{0C40703B-D924-45CF-9AB8-6D744625116B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4E4670F-EF13-9A46-8D3E-B5936195700E}" type="presOf" srcId="{E51C762F-329E-49CC-A774-65799FFB63BB}" destId="{36E26E10-748D-2D48-BEE1-4E66697ACA83}" srcOrd="0" destOrd="0" presId="urn:microsoft.com/office/officeart/2005/8/layout/vList5"/>
    <dgm:cxn modelId="{E410B210-4C76-A745-BB1C-F1DB7FDE3EFB}" type="presOf" srcId="{99D10B97-B5F1-4C31-BCDB-0E3AD412E5FD}" destId="{05CD6D78-F857-DE41-8C30-9BDF5FADB5B9}" srcOrd="0" destOrd="0" presId="urn:microsoft.com/office/officeart/2005/8/layout/vList5"/>
    <dgm:cxn modelId="{5E5CBE15-0CE7-4637-8922-C2EB07101AD9}" srcId="{99D10B97-B5F1-4C31-BCDB-0E3AD412E5FD}" destId="{C76C7B3C-7446-4AB1-8831-94DD30ED42C9}" srcOrd="1" destOrd="0" parTransId="{698820B0-E0A9-4670-8828-8EE1CBFABB34}" sibTransId="{AB6EC933-85B7-4E74-A9BF-F871F2215012}"/>
    <dgm:cxn modelId="{69DC8E19-6AC2-4D7B-B797-9F929BF92052}" srcId="{0C40703B-D924-45CF-9AB8-6D744625116B}" destId="{DC489E93-0B31-47C1-A24D-F287C4A6C118}" srcOrd="0" destOrd="0" parTransId="{0EB39A86-A026-4869-8997-FF44657FBD03}" sibTransId="{A8B70E9F-E019-4B6B-BB2C-82D56E35C593}"/>
    <dgm:cxn modelId="{371E331A-91BB-44D7-B655-6DDE430DCC53}" srcId="{99D10B97-B5F1-4C31-BCDB-0E3AD412E5FD}" destId="{E51C762F-329E-49CC-A774-65799FFB63BB}" srcOrd="0" destOrd="0" parTransId="{86A051C6-D390-4E0B-BFC6-866AD91D9237}" sibTransId="{4502EBB0-B0BA-44E1-BCAD-BC19D1FA0CFD}"/>
    <dgm:cxn modelId="{58B19E4B-DF67-E446-A770-1BA69A2FDA95}" type="presOf" srcId="{0C40703B-D924-45CF-9AB8-6D744625116B}" destId="{77BF3728-8F16-D14B-B672-B159FCA433F9}" srcOrd="0" destOrd="0" presId="urn:microsoft.com/office/officeart/2005/8/layout/vList5"/>
    <dgm:cxn modelId="{341EAA77-D654-4C1B-9F53-EDE7297F1F33}" srcId="{C76C7B3C-7446-4AB1-8831-94DD30ED42C9}" destId="{BAFE14B2-15BD-40D5-99CB-B0A25095D9BA}" srcOrd="0" destOrd="0" parTransId="{74BCD406-AF0F-456A-A1C9-EA1A7D16707A}" sibTransId="{C7A9B468-470C-434C-A153-A47FCCA9AA98}"/>
    <dgm:cxn modelId="{C2FD0D8A-DB78-894D-83A9-9DA58DD22B7F}" type="presOf" srcId="{63D4B9F7-AF3E-4A33-8F7D-58F82FC12609}" destId="{BD462859-4CAB-544F-8CEC-EE49B8523E60}" srcOrd="0" destOrd="0" presId="urn:microsoft.com/office/officeart/2005/8/layout/vList5"/>
    <dgm:cxn modelId="{6BC2819E-BDCC-854E-BE40-0C1B6FF9FDFF}" type="presOf" srcId="{DC489E93-0B31-47C1-A24D-F287C4A6C118}" destId="{94EFDF63-6EEC-C446-9646-4D19283ECA6D}" srcOrd="0" destOrd="0" presId="urn:microsoft.com/office/officeart/2005/8/layout/vList5"/>
    <dgm:cxn modelId="{32A638AD-8445-724E-9895-D6D41EACA154}" type="presOf" srcId="{BAFE14B2-15BD-40D5-99CB-B0A25095D9BA}" destId="{50D3DFD5-4742-E241-8025-E35C974EC6B2}" srcOrd="0" destOrd="0" presId="urn:microsoft.com/office/officeart/2005/8/layout/vList5"/>
    <dgm:cxn modelId="{929F58EA-8681-4855-92EF-E72E23BDD0FC}" srcId="{E51C762F-329E-49CC-A774-65799FFB63BB}" destId="{63D4B9F7-AF3E-4A33-8F7D-58F82FC12609}" srcOrd="0" destOrd="0" parTransId="{6067C83A-1B13-4842-9907-386C470CF027}" sibTransId="{0AC3DD72-3747-4A34-ABF0-C2CA2A862C54}"/>
    <dgm:cxn modelId="{CF5A80EA-B909-464C-8781-2FF0097E714E}" srcId="{99D10B97-B5F1-4C31-BCDB-0E3AD412E5FD}" destId="{0C40703B-D924-45CF-9AB8-6D744625116B}" srcOrd="2" destOrd="0" parTransId="{27323373-D1B1-475F-9532-6B1779ABA564}" sibTransId="{1C25B308-DCAB-4733-90E5-A628A5F67455}"/>
    <dgm:cxn modelId="{052E96FD-E84A-CE46-932D-F8CFEDCC3538}" type="presOf" srcId="{C76C7B3C-7446-4AB1-8831-94DD30ED42C9}" destId="{D955B284-CA45-EB44-9E4F-76D365AB235E}" srcOrd="0" destOrd="0" presId="urn:microsoft.com/office/officeart/2005/8/layout/vList5"/>
    <dgm:cxn modelId="{325CAEEB-FC93-C94A-B7C7-B32F4FCDE253}" type="presParOf" srcId="{05CD6D78-F857-DE41-8C30-9BDF5FADB5B9}" destId="{FF10B1B4-8D3C-C14E-9D3E-054307DCDE6F}" srcOrd="0" destOrd="0" presId="urn:microsoft.com/office/officeart/2005/8/layout/vList5"/>
    <dgm:cxn modelId="{0A1502FE-5D40-ED4C-B789-F7F7C00F6EE2}" type="presParOf" srcId="{FF10B1B4-8D3C-C14E-9D3E-054307DCDE6F}" destId="{36E26E10-748D-2D48-BEE1-4E66697ACA83}" srcOrd="0" destOrd="0" presId="urn:microsoft.com/office/officeart/2005/8/layout/vList5"/>
    <dgm:cxn modelId="{43ED0334-4781-6E4D-B99B-66DD682ECEA6}" type="presParOf" srcId="{FF10B1B4-8D3C-C14E-9D3E-054307DCDE6F}" destId="{BD462859-4CAB-544F-8CEC-EE49B8523E60}" srcOrd="1" destOrd="0" presId="urn:microsoft.com/office/officeart/2005/8/layout/vList5"/>
    <dgm:cxn modelId="{4F2F271C-252F-6C44-BBCD-3AC227C6B03C}" type="presParOf" srcId="{05CD6D78-F857-DE41-8C30-9BDF5FADB5B9}" destId="{5689ED3B-7062-EE4B-9740-5FA3BBC5325B}" srcOrd="1" destOrd="0" presId="urn:microsoft.com/office/officeart/2005/8/layout/vList5"/>
    <dgm:cxn modelId="{463765FC-C777-194F-82D4-43BA24285205}" type="presParOf" srcId="{05CD6D78-F857-DE41-8C30-9BDF5FADB5B9}" destId="{26AAFB95-149E-7645-BF5F-C888CD60FB24}" srcOrd="2" destOrd="0" presId="urn:microsoft.com/office/officeart/2005/8/layout/vList5"/>
    <dgm:cxn modelId="{FE5ABD6B-A262-DE4E-9810-B53E25A40EF6}" type="presParOf" srcId="{26AAFB95-149E-7645-BF5F-C888CD60FB24}" destId="{D955B284-CA45-EB44-9E4F-76D365AB235E}" srcOrd="0" destOrd="0" presId="urn:microsoft.com/office/officeart/2005/8/layout/vList5"/>
    <dgm:cxn modelId="{3D603E2F-1290-5042-BD06-0DB09816D1A0}" type="presParOf" srcId="{26AAFB95-149E-7645-BF5F-C888CD60FB24}" destId="{50D3DFD5-4742-E241-8025-E35C974EC6B2}" srcOrd="1" destOrd="0" presId="urn:microsoft.com/office/officeart/2005/8/layout/vList5"/>
    <dgm:cxn modelId="{554984B8-AEF1-DC4B-8C03-5B56DCD23D03}" type="presParOf" srcId="{05CD6D78-F857-DE41-8C30-9BDF5FADB5B9}" destId="{C5823981-634E-7145-97BD-1EEC465B6164}" srcOrd="3" destOrd="0" presId="urn:microsoft.com/office/officeart/2005/8/layout/vList5"/>
    <dgm:cxn modelId="{DBCFAFD8-A3B2-F845-AFF7-E7B49132C1A1}" type="presParOf" srcId="{05CD6D78-F857-DE41-8C30-9BDF5FADB5B9}" destId="{B788E3A6-FF20-DC4F-84FD-F4A2B06CD34C}" srcOrd="4" destOrd="0" presId="urn:microsoft.com/office/officeart/2005/8/layout/vList5"/>
    <dgm:cxn modelId="{EB6F0447-00BF-8A48-BD84-74149E6EC004}" type="presParOf" srcId="{B788E3A6-FF20-DC4F-84FD-F4A2B06CD34C}" destId="{77BF3728-8F16-D14B-B672-B159FCA433F9}" srcOrd="0" destOrd="0" presId="urn:microsoft.com/office/officeart/2005/8/layout/vList5"/>
    <dgm:cxn modelId="{F479A29E-0E37-7240-B62C-0C6160A0C9E7}" type="presParOf" srcId="{B788E3A6-FF20-DC4F-84FD-F4A2B06CD34C}" destId="{94EFDF63-6EEC-C446-9646-4D19283ECA6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B8DD8B-3BBE-464C-B205-F44583C602B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EE075E5-384B-4BEC-A908-9F31C01E705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Deep Learning</a:t>
          </a:r>
        </a:p>
      </dgm:t>
    </dgm:pt>
    <dgm:pt modelId="{AC72E8F5-AF8B-4B73-B625-7CDFFA170C69}" type="parTrans" cxnId="{71A0F446-4189-4705-B3D8-749BDAB4399E}">
      <dgm:prSet/>
      <dgm:spPr/>
      <dgm:t>
        <a:bodyPr/>
        <a:lstStyle/>
        <a:p>
          <a:endParaRPr lang="en-US"/>
        </a:p>
      </dgm:t>
    </dgm:pt>
    <dgm:pt modelId="{93886015-C284-4178-9CD5-3C27A31D76F7}" type="sibTrans" cxnId="{71A0F446-4189-4705-B3D8-749BDAB4399E}">
      <dgm:prSet/>
      <dgm:spPr/>
      <dgm:t>
        <a:bodyPr/>
        <a:lstStyle/>
        <a:p>
          <a:endParaRPr lang="en-US"/>
        </a:p>
      </dgm:t>
    </dgm:pt>
    <dgm:pt modelId="{BAB6413D-D81B-44EF-A0C4-91C87DB979D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Reinforcement Learning </a:t>
          </a:r>
        </a:p>
      </dgm:t>
    </dgm:pt>
    <dgm:pt modelId="{7A1F41B2-8095-464B-957F-51F50F698FD1}" type="parTrans" cxnId="{01590892-BBED-43FA-BC42-B22591C7C0CE}">
      <dgm:prSet/>
      <dgm:spPr/>
      <dgm:t>
        <a:bodyPr/>
        <a:lstStyle/>
        <a:p>
          <a:endParaRPr lang="en-US"/>
        </a:p>
      </dgm:t>
    </dgm:pt>
    <dgm:pt modelId="{D9379477-BF3D-4682-8AE9-541C4A1CA70D}" type="sibTrans" cxnId="{01590892-BBED-43FA-BC42-B22591C7C0CE}">
      <dgm:prSet/>
      <dgm:spPr/>
      <dgm:t>
        <a:bodyPr/>
        <a:lstStyle/>
        <a:p>
          <a:endParaRPr lang="en-US"/>
        </a:p>
      </dgm:t>
    </dgm:pt>
    <dgm:pt modelId="{5BC9C78C-475F-4917-9F72-60511A63741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Transfer Learning </a:t>
          </a:r>
        </a:p>
      </dgm:t>
    </dgm:pt>
    <dgm:pt modelId="{7160E276-374C-4FF6-9401-CAB1DC9436B7}" type="parTrans" cxnId="{E17AB85C-AE52-4F4D-8020-22947D843397}">
      <dgm:prSet/>
      <dgm:spPr/>
      <dgm:t>
        <a:bodyPr/>
        <a:lstStyle/>
        <a:p>
          <a:endParaRPr lang="en-US"/>
        </a:p>
      </dgm:t>
    </dgm:pt>
    <dgm:pt modelId="{8A1370AE-6741-42FF-B3D6-02CE195C29B9}" type="sibTrans" cxnId="{E17AB85C-AE52-4F4D-8020-22947D843397}">
      <dgm:prSet/>
      <dgm:spPr/>
      <dgm:t>
        <a:bodyPr/>
        <a:lstStyle/>
        <a:p>
          <a:endParaRPr lang="en-US"/>
        </a:p>
      </dgm:t>
    </dgm:pt>
    <dgm:pt modelId="{7AC8366D-EADF-43BC-9B2C-06F78A16D210}" type="pres">
      <dgm:prSet presAssocID="{56B8DD8B-3BBE-464C-B205-F44583C602B1}" presName="root" presStyleCnt="0">
        <dgm:presLayoutVars>
          <dgm:dir/>
          <dgm:resizeHandles val="exact"/>
        </dgm:presLayoutVars>
      </dgm:prSet>
      <dgm:spPr/>
    </dgm:pt>
    <dgm:pt modelId="{65C1B7CA-1C5A-4C06-A7ED-2DB2D933DC3E}" type="pres">
      <dgm:prSet presAssocID="{FEE075E5-384B-4BEC-A908-9F31C01E7056}" presName="compNode" presStyleCnt="0"/>
      <dgm:spPr/>
    </dgm:pt>
    <dgm:pt modelId="{428F9A9B-F04F-4C67-9396-A9DB69F7A90F}" type="pres">
      <dgm:prSet presAssocID="{FEE075E5-384B-4BEC-A908-9F31C01E7056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C101196-7E41-4F9F-98AF-1EF2DF575355}" type="pres">
      <dgm:prSet presAssocID="{FEE075E5-384B-4BEC-A908-9F31C01E705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F9B4555-26B1-448E-B947-C3D24174B828}" type="pres">
      <dgm:prSet presAssocID="{FEE075E5-384B-4BEC-A908-9F31C01E7056}" presName="spaceRect" presStyleCnt="0"/>
      <dgm:spPr/>
    </dgm:pt>
    <dgm:pt modelId="{2356351A-1B6C-4D59-98E2-ED8E9187DE59}" type="pres">
      <dgm:prSet presAssocID="{FEE075E5-384B-4BEC-A908-9F31C01E7056}" presName="textRect" presStyleLbl="revTx" presStyleIdx="0" presStyleCnt="3">
        <dgm:presLayoutVars>
          <dgm:chMax val="1"/>
          <dgm:chPref val="1"/>
        </dgm:presLayoutVars>
      </dgm:prSet>
      <dgm:spPr/>
    </dgm:pt>
    <dgm:pt modelId="{09D60B5E-ECEE-4026-885F-6493FB2FED52}" type="pres">
      <dgm:prSet presAssocID="{93886015-C284-4178-9CD5-3C27A31D76F7}" presName="sibTrans" presStyleCnt="0"/>
      <dgm:spPr/>
    </dgm:pt>
    <dgm:pt modelId="{5032F8D1-ABC8-4C3A-A2C4-96C99C1C29BB}" type="pres">
      <dgm:prSet presAssocID="{BAB6413D-D81B-44EF-A0C4-91C87DB979D7}" presName="compNode" presStyleCnt="0"/>
      <dgm:spPr/>
    </dgm:pt>
    <dgm:pt modelId="{3E4927CB-87FB-42A5-BB7A-17AF3E3C91D5}" type="pres">
      <dgm:prSet presAssocID="{BAB6413D-D81B-44EF-A0C4-91C87DB979D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39544D02-5396-48E9-8485-B1D97FA94BA5}" type="pres">
      <dgm:prSet presAssocID="{BAB6413D-D81B-44EF-A0C4-91C87DB979D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28703B0C-3AF8-4380-BDCD-F31BB0FB503D}" type="pres">
      <dgm:prSet presAssocID="{BAB6413D-D81B-44EF-A0C4-91C87DB979D7}" presName="spaceRect" presStyleCnt="0"/>
      <dgm:spPr/>
    </dgm:pt>
    <dgm:pt modelId="{5BFF3275-D500-44E8-889D-D25F3C295C58}" type="pres">
      <dgm:prSet presAssocID="{BAB6413D-D81B-44EF-A0C4-91C87DB979D7}" presName="textRect" presStyleLbl="revTx" presStyleIdx="1" presStyleCnt="3">
        <dgm:presLayoutVars>
          <dgm:chMax val="1"/>
          <dgm:chPref val="1"/>
        </dgm:presLayoutVars>
      </dgm:prSet>
      <dgm:spPr/>
    </dgm:pt>
    <dgm:pt modelId="{11154508-B5C4-438C-BDEC-A6609841DA60}" type="pres">
      <dgm:prSet presAssocID="{D9379477-BF3D-4682-8AE9-541C4A1CA70D}" presName="sibTrans" presStyleCnt="0"/>
      <dgm:spPr/>
    </dgm:pt>
    <dgm:pt modelId="{5005BAE7-ED5C-4FD0-AE96-09B1FD027A1E}" type="pres">
      <dgm:prSet presAssocID="{5BC9C78C-475F-4917-9F72-60511A63741B}" presName="compNode" presStyleCnt="0"/>
      <dgm:spPr/>
    </dgm:pt>
    <dgm:pt modelId="{6ECAF6D5-9EC0-4890-8FBA-3D9D1C95AC66}" type="pres">
      <dgm:prSet presAssocID="{5BC9C78C-475F-4917-9F72-60511A63741B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CA4AEA0-4E04-403B-9BC1-FBE2C2B7C2F8}" type="pres">
      <dgm:prSet presAssocID="{5BC9C78C-475F-4917-9F72-60511A63741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3239754-DC3F-4448-8CB1-4AB08618AF56}" type="pres">
      <dgm:prSet presAssocID="{5BC9C78C-475F-4917-9F72-60511A63741B}" presName="spaceRect" presStyleCnt="0"/>
      <dgm:spPr/>
    </dgm:pt>
    <dgm:pt modelId="{DCF372FF-DF3E-42DC-8D4E-C925049CEFED}" type="pres">
      <dgm:prSet presAssocID="{5BC9C78C-475F-4917-9F72-60511A63741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1A0F446-4189-4705-B3D8-749BDAB4399E}" srcId="{56B8DD8B-3BBE-464C-B205-F44583C602B1}" destId="{FEE075E5-384B-4BEC-A908-9F31C01E7056}" srcOrd="0" destOrd="0" parTransId="{AC72E8F5-AF8B-4B73-B625-7CDFFA170C69}" sibTransId="{93886015-C284-4178-9CD5-3C27A31D76F7}"/>
    <dgm:cxn modelId="{E17AB85C-AE52-4F4D-8020-22947D843397}" srcId="{56B8DD8B-3BBE-464C-B205-F44583C602B1}" destId="{5BC9C78C-475F-4917-9F72-60511A63741B}" srcOrd="2" destOrd="0" parTransId="{7160E276-374C-4FF6-9401-CAB1DC9436B7}" sibTransId="{8A1370AE-6741-42FF-B3D6-02CE195C29B9}"/>
    <dgm:cxn modelId="{15286E72-7835-5643-B7CE-703B283B4E8B}" type="presOf" srcId="{FEE075E5-384B-4BEC-A908-9F31C01E7056}" destId="{2356351A-1B6C-4D59-98E2-ED8E9187DE59}" srcOrd="0" destOrd="0" presId="urn:microsoft.com/office/officeart/2018/5/layout/IconLeafLabelList"/>
    <dgm:cxn modelId="{01590892-BBED-43FA-BC42-B22591C7C0CE}" srcId="{56B8DD8B-3BBE-464C-B205-F44583C602B1}" destId="{BAB6413D-D81B-44EF-A0C4-91C87DB979D7}" srcOrd="1" destOrd="0" parTransId="{7A1F41B2-8095-464B-957F-51F50F698FD1}" sibTransId="{D9379477-BF3D-4682-8AE9-541C4A1CA70D}"/>
    <dgm:cxn modelId="{BC0F599F-50D9-9744-9310-D1980EBA07D7}" type="presOf" srcId="{5BC9C78C-475F-4917-9F72-60511A63741B}" destId="{DCF372FF-DF3E-42DC-8D4E-C925049CEFED}" srcOrd="0" destOrd="0" presId="urn:microsoft.com/office/officeart/2018/5/layout/IconLeafLabelList"/>
    <dgm:cxn modelId="{E4A71EBF-A793-3C4E-925E-D57B474E28C1}" type="presOf" srcId="{56B8DD8B-3BBE-464C-B205-F44583C602B1}" destId="{7AC8366D-EADF-43BC-9B2C-06F78A16D210}" srcOrd="0" destOrd="0" presId="urn:microsoft.com/office/officeart/2018/5/layout/IconLeafLabelList"/>
    <dgm:cxn modelId="{38D5E3C9-2A45-7A47-BC37-DEF67F182D96}" type="presOf" srcId="{BAB6413D-D81B-44EF-A0C4-91C87DB979D7}" destId="{5BFF3275-D500-44E8-889D-D25F3C295C58}" srcOrd="0" destOrd="0" presId="urn:microsoft.com/office/officeart/2018/5/layout/IconLeafLabelList"/>
    <dgm:cxn modelId="{D91096F1-DA21-644B-A8B8-DAC108F66E66}" type="presParOf" srcId="{7AC8366D-EADF-43BC-9B2C-06F78A16D210}" destId="{65C1B7CA-1C5A-4C06-A7ED-2DB2D933DC3E}" srcOrd="0" destOrd="0" presId="urn:microsoft.com/office/officeart/2018/5/layout/IconLeafLabelList"/>
    <dgm:cxn modelId="{CF30F544-C677-A14F-8BAD-1165D5D0E782}" type="presParOf" srcId="{65C1B7CA-1C5A-4C06-A7ED-2DB2D933DC3E}" destId="{428F9A9B-F04F-4C67-9396-A9DB69F7A90F}" srcOrd="0" destOrd="0" presId="urn:microsoft.com/office/officeart/2018/5/layout/IconLeafLabelList"/>
    <dgm:cxn modelId="{EF375BEB-07CC-C445-9FCA-9D39EB89E761}" type="presParOf" srcId="{65C1B7CA-1C5A-4C06-A7ED-2DB2D933DC3E}" destId="{8C101196-7E41-4F9F-98AF-1EF2DF575355}" srcOrd="1" destOrd="0" presId="urn:microsoft.com/office/officeart/2018/5/layout/IconLeafLabelList"/>
    <dgm:cxn modelId="{250F7284-D3C5-D744-8156-B1E87E32DBDB}" type="presParOf" srcId="{65C1B7CA-1C5A-4C06-A7ED-2DB2D933DC3E}" destId="{3F9B4555-26B1-448E-B947-C3D24174B828}" srcOrd="2" destOrd="0" presId="urn:microsoft.com/office/officeart/2018/5/layout/IconLeafLabelList"/>
    <dgm:cxn modelId="{D29663E1-C92B-FC49-96B8-54C5211A854C}" type="presParOf" srcId="{65C1B7CA-1C5A-4C06-A7ED-2DB2D933DC3E}" destId="{2356351A-1B6C-4D59-98E2-ED8E9187DE59}" srcOrd="3" destOrd="0" presId="urn:microsoft.com/office/officeart/2018/5/layout/IconLeafLabelList"/>
    <dgm:cxn modelId="{1D12C252-908A-614E-AB8E-CBB79BA63D36}" type="presParOf" srcId="{7AC8366D-EADF-43BC-9B2C-06F78A16D210}" destId="{09D60B5E-ECEE-4026-885F-6493FB2FED52}" srcOrd="1" destOrd="0" presId="urn:microsoft.com/office/officeart/2018/5/layout/IconLeafLabelList"/>
    <dgm:cxn modelId="{03C469D5-B49C-1742-A5A9-C62BC497BC86}" type="presParOf" srcId="{7AC8366D-EADF-43BC-9B2C-06F78A16D210}" destId="{5032F8D1-ABC8-4C3A-A2C4-96C99C1C29BB}" srcOrd="2" destOrd="0" presId="urn:microsoft.com/office/officeart/2018/5/layout/IconLeafLabelList"/>
    <dgm:cxn modelId="{2BC77400-7F01-3741-AF81-4D2801B6856E}" type="presParOf" srcId="{5032F8D1-ABC8-4C3A-A2C4-96C99C1C29BB}" destId="{3E4927CB-87FB-42A5-BB7A-17AF3E3C91D5}" srcOrd="0" destOrd="0" presId="urn:microsoft.com/office/officeart/2018/5/layout/IconLeafLabelList"/>
    <dgm:cxn modelId="{5F0ACCEF-79BB-314D-856B-BE5E955A7E05}" type="presParOf" srcId="{5032F8D1-ABC8-4C3A-A2C4-96C99C1C29BB}" destId="{39544D02-5396-48E9-8485-B1D97FA94BA5}" srcOrd="1" destOrd="0" presId="urn:microsoft.com/office/officeart/2018/5/layout/IconLeafLabelList"/>
    <dgm:cxn modelId="{C25294BC-AC51-A74D-B44B-1DCCC542E609}" type="presParOf" srcId="{5032F8D1-ABC8-4C3A-A2C4-96C99C1C29BB}" destId="{28703B0C-3AF8-4380-BDCD-F31BB0FB503D}" srcOrd="2" destOrd="0" presId="urn:microsoft.com/office/officeart/2018/5/layout/IconLeafLabelList"/>
    <dgm:cxn modelId="{433626F6-D3C6-BA44-A23C-276C69203BD1}" type="presParOf" srcId="{5032F8D1-ABC8-4C3A-A2C4-96C99C1C29BB}" destId="{5BFF3275-D500-44E8-889D-D25F3C295C58}" srcOrd="3" destOrd="0" presId="urn:microsoft.com/office/officeart/2018/5/layout/IconLeafLabelList"/>
    <dgm:cxn modelId="{488F7599-6C04-5C44-AA06-1B90B67E9611}" type="presParOf" srcId="{7AC8366D-EADF-43BC-9B2C-06F78A16D210}" destId="{11154508-B5C4-438C-BDEC-A6609841DA60}" srcOrd="3" destOrd="0" presId="urn:microsoft.com/office/officeart/2018/5/layout/IconLeafLabelList"/>
    <dgm:cxn modelId="{00764937-E940-6C45-8CBA-DFD79DD77E63}" type="presParOf" srcId="{7AC8366D-EADF-43BC-9B2C-06F78A16D210}" destId="{5005BAE7-ED5C-4FD0-AE96-09B1FD027A1E}" srcOrd="4" destOrd="0" presId="urn:microsoft.com/office/officeart/2018/5/layout/IconLeafLabelList"/>
    <dgm:cxn modelId="{9746AB61-EC09-6B48-83F9-01452244286E}" type="presParOf" srcId="{5005BAE7-ED5C-4FD0-AE96-09B1FD027A1E}" destId="{6ECAF6D5-9EC0-4890-8FBA-3D9D1C95AC66}" srcOrd="0" destOrd="0" presId="urn:microsoft.com/office/officeart/2018/5/layout/IconLeafLabelList"/>
    <dgm:cxn modelId="{D5C482FD-693C-CE41-8A6B-0E04683C2AFA}" type="presParOf" srcId="{5005BAE7-ED5C-4FD0-AE96-09B1FD027A1E}" destId="{CCA4AEA0-4E04-403B-9BC1-FBE2C2B7C2F8}" srcOrd="1" destOrd="0" presId="urn:microsoft.com/office/officeart/2018/5/layout/IconLeafLabelList"/>
    <dgm:cxn modelId="{26FBA538-51C3-6C4E-9D3C-54AE2B3005D2}" type="presParOf" srcId="{5005BAE7-ED5C-4FD0-AE96-09B1FD027A1E}" destId="{83239754-DC3F-4448-8CB1-4AB08618AF56}" srcOrd="2" destOrd="0" presId="urn:microsoft.com/office/officeart/2018/5/layout/IconLeafLabelList"/>
    <dgm:cxn modelId="{9A28E514-8C89-8B4A-9C40-5471E6B93165}" type="presParOf" srcId="{5005BAE7-ED5C-4FD0-AE96-09B1FD027A1E}" destId="{DCF372FF-DF3E-42DC-8D4E-C925049CEFE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B55FE3-2933-4491-A66E-8658EC9D622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48754E-2E4A-45F8-9871-21C8A2DCBAEA}">
      <dgm:prSet/>
      <dgm:spPr/>
      <dgm:t>
        <a:bodyPr/>
        <a:lstStyle/>
        <a:p>
          <a:r>
            <a:rPr lang="en-US" baseline="0"/>
            <a:t>Representation</a:t>
          </a:r>
          <a:endParaRPr lang="en-US"/>
        </a:p>
      </dgm:t>
    </dgm:pt>
    <dgm:pt modelId="{878499EB-9DE4-414A-8302-B611476D11A8}" type="parTrans" cxnId="{372DC7DD-67A4-448F-861B-CE61F3A11F8C}">
      <dgm:prSet/>
      <dgm:spPr/>
      <dgm:t>
        <a:bodyPr/>
        <a:lstStyle/>
        <a:p>
          <a:endParaRPr lang="en-US"/>
        </a:p>
      </dgm:t>
    </dgm:pt>
    <dgm:pt modelId="{660F19AF-29C8-4794-88CB-513189B53FF3}" type="sibTrans" cxnId="{372DC7DD-67A4-448F-861B-CE61F3A11F8C}">
      <dgm:prSet/>
      <dgm:spPr/>
      <dgm:t>
        <a:bodyPr/>
        <a:lstStyle/>
        <a:p>
          <a:endParaRPr lang="en-US"/>
        </a:p>
      </dgm:t>
    </dgm:pt>
    <dgm:pt modelId="{791BDF6A-E725-4E42-BBFE-29A6E9A13678}">
      <dgm:prSet/>
      <dgm:spPr/>
      <dgm:t>
        <a:bodyPr/>
        <a:lstStyle/>
        <a:p>
          <a:r>
            <a:rPr lang="en-US" baseline="0"/>
            <a:t>How to represent the target function?</a:t>
          </a:r>
          <a:endParaRPr lang="en-US"/>
        </a:p>
      </dgm:t>
    </dgm:pt>
    <dgm:pt modelId="{080A7E8B-6A4B-4740-818F-8B826E9B4B26}" type="parTrans" cxnId="{9B04445E-E853-4825-B7DC-D66D78E8BE15}">
      <dgm:prSet/>
      <dgm:spPr/>
      <dgm:t>
        <a:bodyPr/>
        <a:lstStyle/>
        <a:p>
          <a:endParaRPr lang="en-US"/>
        </a:p>
      </dgm:t>
    </dgm:pt>
    <dgm:pt modelId="{31FEBF01-B42B-4838-B5E0-9B558C5B0C2A}" type="sibTrans" cxnId="{9B04445E-E853-4825-B7DC-D66D78E8BE15}">
      <dgm:prSet/>
      <dgm:spPr/>
      <dgm:t>
        <a:bodyPr/>
        <a:lstStyle/>
        <a:p>
          <a:endParaRPr lang="en-US"/>
        </a:p>
      </dgm:t>
    </dgm:pt>
    <dgm:pt modelId="{74BC4B2F-8333-44DE-9145-0159B2DCDBCC}">
      <dgm:prSet/>
      <dgm:spPr/>
      <dgm:t>
        <a:bodyPr/>
        <a:lstStyle/>
        <a:p>
          <a:r>
            <a:rPr lang="en-US" baseline="0"/>
            <a:t>Optimization</a:t>
          </a:r>
          <a:endParaRPr lang="en-US"/>
        </a:p>
      </dgm:t>
    </dgm:pt>
    <dgm:pt modelId="{E39114DC-9955-42E7-8509-D0E7D7B27F54}" type="parTrans" cxnId="{EA9BBE00-64CF-40F2-B47F-B17CD5AB9CFB}">
      <dgm:prSet/>
      <dgm:spPr/>
      <dgm:t>
        <a:bodyPr/>
        <a:lstStyle/>
        <a:p>
          <a:endParaRPr lang="en-US"/>
        </a:p>
      </dgm:t>
    </dgm:pt>
    <dgm:pt modelId="{200E6A1B-3D49-45F3-8F41-C1088E1772D0}" type="sibTrans" cxnId="{EA9BBE00-64CF-40F2-B47F-B17CD5AB9CFB}">
      <dgm:prSet/>
      <dgm:spPr/>
      <dgm:t>
        <a:bodyPr/>
        <a:lstStyle/>
        <a:p>
          <a:endParaRPr lang="en-US"/>
        </a:p>
      </dgm:t>
    </dgm:pt>
    <dgm:pt modelId="{2401F565-4AA7-4A8B-979F-86A545414848}">
      <dgm:prSet/>
      <dgm:spPr/>
      <dgm:t>
        <a:bodyPr/>
        <a:lstStyle/>
        <a:p>
          <a:r>
            <a:rPr lang="en-US" baseline="0"/>
            <a:t>How to compute the “best” target function?</a:t>
          </a:r>
          <a:endParaRPr lang="en-US"/>
        </a:p>
      </dgm:t>
    </dgm:pt>
    <dgm:pt modelId="{1FBF22DA-E56E-48E6-9DD3-B35E35DDA3EF}" type="parTrans" cxnId="{35C52D0A-A44A-4E06-A0F8-9125E84EFBB6}">
      <dgm:prSet/>
      <dgm:spPr/>
      <dgm:t>
        <a:bodyPr/>
        <a:lstStyle/>
        <a:p>
          <a:endParaRPr lang="en-US"/>
        </a:p>
      </dgm:t>
    </dgm:pt>
    <dgm:pt modelId="{372938C4-0AB2-4ABD-A9E9-B52C8C07EE4A}" type="sibTrans" cxnId="{35C52D0A-A44A-4E06-A0F8-9125E84EFBB6}">
      <dgm:prSet/>
      <dgm:spPr/>
      <dgm:t>
        <a:bodyPr/>
        <a:lstStyle/>
        <a:p>
          <a:endParaRPr lang="en-US"/>
        </a:p>
      </dgm:t>
    </dgm:pt>
    <dgm:pt modelId="{96AC94A3-EB38-498D-B789-7312C2528577}">
      <dgm:prSet/>
      <dgm:spPr/>
      <dgm:t>
        <a:bodyPr/>
        <a:lstStyle/>
        <a:p>
          <a:r>
            <a:rPr lang="en-US" baseline="0"/>
            <a:t>Evaluation</a:t>
          </a:r>
          <a:endParaRPr lang="en-US"/>
        </a:p>
      </dgm:t>
    </dgm:pt>
    <dgm:pt modelId="{A68AD8EB-5A17-4FEF-9118-E912DC88DE36}" type="parTrans" cxnId="{D2BAC32A-9733-4A48-A7AE-532AC13BB1FD}">
      <dgm:prSet/>
      <dgm:spPr/>
      <dgm:t>
        <a:bodyPr/>
        <a:lstStyle/>
        <a:p>
          <a:endParaRPr lang="en-US"/>
        </a:p>
      </dgm:t>
    </dgm:pt>
    <dgm:pt modelId="{FD1B98D3-08DF-44DA-A828-CBE10741CA67}" type="sibTrans" cxnId="{D2BAC32A-9733-4A48-A7AE-532AC13BB1FD}">
      <dgm:prSet/>
      <dgm:spPr/>
      <dgm:t>
        <a:bodyPr/>
        <a:lstStyle/>
        <a:p>
          <a:endParaRPr lang="en-US"/>
        </a:p>
      </dgm:t>
    </dgm:pt>
    <dgm:pt modelId="{21E99313-5B54-46BD-81D7-BFF72F64E581}">
      <dgm:prSet/>
      <dgm:spPr/>
      <dgm:t>
        <a:bodyPr/>
        <a:lstStyle/>
        <a:p>
          <a:r>
            <a:rPr lang="en-US" baseline="0"/>
            <a:t>How to evaluate the performance of the learned target function?</a:t>
          </a:r>
          <a:endParaRPr lang="en-US"/>
        </a:p>
      </dgm:t>
    </dgm:pt>
    <dgm:pt modelId="{64910473-6E2F-40CD-A6AD-48414456C58E}" type="parTrans" cxnId="{FA304B6D-F5E1-4CC7-B152-D4200C4B8A05}">
      <dgm:prSet/>
      <dgm:spPr/>
      <dgm:t>
        <a:bodyPr/>
        <a:lstStyle/>
        <a:p>
          <a:endParaRPr lang="en-US"/>
        </a:p>
      </dgm:t>
    </dgm:pt>
    <dgm:pt modelId="{C4384903-09BE-446A-A3B9-C67EC9489D7D}" type="sibTrans" cxnId="{FA304B6D-F5E1-4CC7-B152-D4200C4B8A05}">
      <dgm:prSet/>
      <dgm:spPr/>
      <dgm:t>
        <a:bodyPr/>
        <a:lstStyle/>
        <a:p>
          <a:endParaRPr lang="en-US"/>
        </a:p>
      </dgm:t>
    </dgm:pt>
    <dgm:pt modelId="{EBD4DE5C-6BD4-A443-94DB-1A89DA7163C5}" type="pres">
      <dgm:prSet presAssocID="{6EB55FE3-2933-4491-A66E-8658EC9D622B}" presName="linear" presStyleCnt="0">
        <dgm:presLayoutVars>
          <dgm:dir/>
          <dgm:animLvl val="lvl"/>
          <dgm:resizeHandles val="exact"/>
        </dgm:presLayoutVars>
      </dgm:prSet>
      <dgm:spPr/>
    </dgm:pt>
    <dgm:pt modelId="{3A856623-63D0-364E-9F6F-27921A553F09}" type="pres">
      <dgm:prSet presAssocID="{D948754E-2E4A-45F8-9871-21C8A2DCBAEA}" presName="parentLin" presStyleCnt="0"/>
      <dgm:spPr/>
    </dgm:pt>
    <dgm:pt modelId="{4376622C-DDEB-714D-8359-9004119F3D58}" type="pres">
      <dgm:prSet presAssocID="{D948754E-2E4A-45F8-9871-21C8A2DCBAEA}" presName="parentLeftMargin" presStyleLbl="node1" presStyleIdx="0" presStyleCnt="3"/>
      <dgm:spPr/>
    </dgm:pt>
    <dgm:pt modelId="{F5B1C80D-76F9-554B-85E8-30F493B0D591}" type="pres">
      <dgm:prSet presAssocID="{D948754E-2E4A-45F8-9871-21C8A2DCBAE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8332B4-B491-4A4D-98B7-1E7C9AABAD3A}" type="pres">
      <dgm:prSet presAssocID="{D948754E-2E4A-45F8-9871-21C8A2DCBAEA}" presName="negativeSpace" presStyleCnt="0"/>
      <dgm:spPr/>
    </dgm:pt>
    <dgm:pt modelId="{4F1A1AEC-D8AF-004E-8263-ED8B41D4D1DF}" type="pres">
      <dgm:prSet presAssocID="{D948754E-2E4A-45F8-9871-21C8A2DCBAEA}" presName="childText" presStyleLbl="conFgAcc1" presStyleIdx="0" presStyleCnt="3">
        <dgm:presLayoutVars>
          <dgm:bulletEnabled val="1"/>
        </dgm:presLayoutVars>
      </dgm:prSet>
      <dgm:spPr/>
    </dgm:pt>
    <dgm:pt modelId="{49835659-2CC7-8441-BC2E-85D7B14CC799}" type="pres">
      <dgm:prSet presAssocID="{660F19AF-29C8-4794-88CB-513189B53FF3}" presName="spaceBetweenRectangles" presStyleCnt="0"/>
      <dgm:spPr/>
    </dgm:pt>
    <dgm:pt modelId="{8004F953-E5F5-9541-8557-8BD39F3EDA6A}" type="pres">
      <dgm:prSet presAssocID="{74BC4B2F-8333-44DE-9145-0159B2DCDBCC}" presName="parentLin" presStyleCnt="0"/>
      <dgm:spPr/>
    </dgm:pt>
    <dgm:pt modelId="{9311F412-3543-A842-B46F-B266E18F98CE}" type="pres">
      <dgm:prSet presAssocID="{74BC4B2F-8333-44DE-9145-0159B2DCDBCC}" presName="parentLeftMargin" presStyleLbl="node1" presStyleIdx="0" presStyleCnt="3"/>
      <dgm:spPr/>
    </dgm:pt>
    <dgm:pt modelId="{0F1D5C2C-5F9F-AB4E-8F42-C27741DD7044}" type="pres">
      <dgm:prSet presAssocID="{74BC4B2F-8333-44DE-9145-0159B2DCDBC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4DEE63D-D980-1740-A21D-24384B7B48C0}" type="pres">
      <dgm:prSet presAssocID="{74BC4B2F-8333-44DE-9145-0159B2DCDBCC}" presName="negativeSpace" presStyleCnt="0"/>
      <dgm:spPr/>
    </dgm:pt>
    <dgm:pt modelId="{D02CF359-5D51-474A-B868-82676FE75E90}" type="pres">
      <dgm:prSet presAssocID="{74BC4B2F-8333-44DE-9145-0159B2DCDBCC}" presName="childText" presStyleLbl="conFgAcc1" presStyleIdx="1" presStyleCnt="3">
        <dgm:presLayoutVars>
          <dgm:bulletEnabled val="1"/>
        </dgm:presLayoutVars>
      </dgm:prSet>
      <dgm:spPr/>
    </dgm:pt>
    <dgm:pt modelId="{DC5E4154-8B5F-F14C-995D-755712C284A0}" type="pres">
      <dgm:prSet presAssocID="{200E6A1B-3D49-45F3-8F41-C1088E1772D0}" presName="spaceBetweenRectangles" presStyleCnt="0"/>
      <dgm:spPr/>
    </dgm:pt>
    <dgm:pt modelId="{5A096C5D-611B-E84A-B544-33BE91E031A2}" type="pres">
      <dgm:prSet presAssocID="{96AC94A3-EB38-498D-B789-7312C2528577}" presName="parentLin" presStyleCnt="0"/>
      <dgm:spPr/>
    </dgm:pt>
    <dgm:pt modelId="{09CA8B1D-7EA1-0F40-91C7-7EE692DB600D}" type="pres">
      <dgm:prSet presAssocID="{96AC94A3-EB38-498D-B789-7312C2528577}" presName="parentLeftMargin" presStyleLbl="node1" presStyleIdx="1" presStyleCnt="3"/>
      <dgm:spPr/>
    </dgm:pt>
    <dgm:pt modelId="{18A8DE66-6ED6-B44E-84B8-1883941FE596}" type="pres">
      <dgm:prSet presAssocID="{96AC94A3-EB38-498D-B789-7312C252857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DEBBFAB-F226-2542-B8EB-000852001658}" type="pres">
      <dgm:prSet presAssocID="{96AC94A3-EB38-498D-B789-7312C2528577}" presName="negativeSpace" presStyleCnt="0"/>
      <dgm:spPr/>
    </dgm:pt>
    <dgm:pt modelId="{BA444481-A7C9-4D44-9E49-C04233C2171A}" type="pres">
      <dgm:prSet presAssocID="{96AC94A3-EB38-498D-B789-7312C252857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A9BBE00-64CF-40F2-B47F-B17CD5AB9CFB}" srcId="{6EB55FE3-2933-4491-A66E-8658EC9D622B}" destId="{74BC4B2F-8333-44DE-9145-0159B2DCDBCC}" srcOrd="1" destOrd="0" parTransId="{E39114DC-9955-42E7-8509-D0E7D7B27F54}" sibTransId="{200E6A1B-3D49-45F3-8F41-C1088E1772D0}"/>
    <dgm:cxn modelId="{A9563605-DACE-1F46-A4D9-8C1AC3E88638}" type="presOf" srcId="{96AC94A3-EB38-498D-B789-7312C2528577}" destId="{18A8DE66-6ED6-B44E-84B8-1883941FE596}" srcOrd="1" destOrd="0" presId="urn:microsoft.com/office/officeart/2005/8/layout/list1"/>
    <dgm:cxn modelId="{35C52D0A-A44A-4E06-A0F8-9125E84EFBB6}" srcId="{74BC4B2F-8333-44DE-9145-0159B2DCDBCC}" destId="{2401F565-4AA7-4A8B-979F-86A545414848}" srcOrd="0" destOrd="0" parTransId="{1FBF22DA-E56E-48E6-9DD3-B35E35DDA3EF}" sibTransId="{372938C4-0AB2-4ABD-A9E9-B52C8C07EE4A}"/>
    <dgm:cxn modelId="{3148D113-FBDE-744C-BFB1-FC0BEE886DDD}" type="presOf" srcId="{791BDF6A-E725-4E42-BBFE-29A6E9A13678}" destId="{4F1A1AEC-D8AF-004E-8263-ED8B41D4D1DF}" srcOrd="0" destOrd="0" presId="urn:microsoft.com/office/officeart/2005/8/layout/list1"/>
    <dgm:cxn modelId="{FAF7F91D-D47A-D84E-AD38-32B5E5C2632C}" type="presOf" srcId="{D948754E-2E4A-45F8-9871-21C8A2DCBAEA}" destId="{4376622C-DDEB-714D-8359-9004119F3D58}" srcOrd="0" destOrd="0" presId="urn:microsoft.com/office/officeart/2005/8/layout/list1"/>
    <dgm:cxn modelId="{F7A72828-C3B0-6141-9068-DEB26A768FD1}" type="presOf" srcId="{2401F565-4AA7-4A8B-979F-86A545414848}" destId="{D02CF359-5D51-474A-B868-82676FE75E90}" srcOrd="0" destOrd="0" presId="urn:microsoft.com/office/officeart/2005/8/layout/list1"/>
    <dgm:cxn modelId="{D2BAC32A-9733-4A48-A7AE-532AC13BB1FD}" srcId="{6EB55FE3-2933-4491-A66E-8658EC9D622B}" destId="{96AC94A3-EB38-498D-B789-7312C2528577}" srcOrd="2" destOrd="0" parTransId="{A68AD8EB-5A17-4FEF-9118-E912DC88DE36}" sibTransId="{FD1B98D3-08DF-44DA-A828-CBE10741CA67}"/>
    <dgm:cxn modelId="{3F62C545-4247-C84E-B559-F31B02CDEAFA}" type="presOf" srcId="{74BC4B2F-8333-44DE-9145-0159B2DCDBCC}" destId="{0F1D5C2C-5F9F-AB4E-8F42-C27741DD7044}" srcOrd="1" destOrd="0" presId="urn:microsoft.com/office/officeart/2005/8/layout/list1"/>
    <dgm:cxn modelId="{9B04445E-E853-4825-B7DC-D66D78E8BE15}" srcId="{D948754E-2E4A-45F8-9871-21C8A2DCBAEA}" destId="{791BDF6A-E725-4E42-BBFE-29A6E9A13678}" srcOrd="0" destOrd="0" parTransId="{080A7E8B-6A4B-4740-818F-8B826E9B4B26}" sibTransId="{31FEBF01-B42B-4838-B5E0-9B558C5B0C2A}"/>
    <dgm:cxn modelId="{4E369663-AB48-A246-B4FA-469ED6266CF7}" type="presOf" srcId="{74BC4B2F-8333-44DE-9145-0159B2DCDBCC}" destId="{9311F412-3543-A842-B46F-B266E18F98CE}" srcOrd="0" destOrd="0" presId="urn:microsoft.com/office/officeart/2005/8/layout/list1"/>
    <dgm:cxn modelId="{FA304B6D-F5E1-4CC7-B152-D4200C4B8A05}" srcId="{96AC94A3-EB38-498D-B789-7312C2528577}" destId="{21E99313-5B54-46BD-81D7-BFF72F64E581}" srcOrd="0" destOrd="0" parTransId="{64910473-6E2F-40CD-A6AD-48414456C58E}" sibTransId="{C4384903-09BE-446A-A3B9-C67EC9489D7D}"/>
    <dgm:cxn modelId="{42B0B8D3-A86D-264D-8669-048443463021}" type="presOf" srcId="{D948754E-2E4A-45F8-9871-21C8A2DCBAEA}" destId="{F5B1C80D-76F9-554B-85E8-30F493B0D591}" srcOrd="1" destOrd="0" presId="urn:microsoft.com/office/officeart/2005/8/layout/list1"/>
    <dgm:cxn modelId="{372DC7DD-67A4-448F-861B-CE61F3A11F8C}" srcId="{6EB55FE3-2933-4491-A66E-8658EC9D622B}" destId="{D948754E-2E4A-45F8-9871-21C8A2DCBAEA}" srcOrd="0" destOrd="0" parTransId="{878499EB-9DE4-414A-8302-B611476D11A8}" sibTransId="{660F19AF-29C8-4794-88CB-513189B53FF3}"/>
    <dgm:cxn modelId="{32995FE1-964A-FA47-9D82-89901CB40426}" type="presOf" srcId="{96AC94A3-EB38-498D-B789-7312C2528577}" destId="{09CA8B1D-7EA1-0F40-91C7-7EE692DB600D}" srcOrd="0" destOrd="0" presId="urn:microsoft.com/office/officeart/2005/8/layout/list1"/>
    <dgm:cxn modelId="{D45FFEEB-21B4-B24E-881F-1CBC5102DF9E}" type="presOf" srcId="{6EB55FE3-2933-4491-A66E-8658EC9D622B}" destId="{EBD4DE5C-6BD4-A443-94DB-1A89DA7163C5}" srcOrd="0" destOrd="0" presId="urn:microsoft.com/office/officeart/2005/8/layout/list1"/>
    <dgm:cxn modelId="{2EF9EDEF-6E3C-0C4C-ADAD-DE4289133F62}" type="presOf" srcId="{21E99313-5B54-46BD-81D7-BFF72F64E581}" destId="{BA444481-A7C9-4D44-9E49-C04233C2171A}" srcOrd="0" destOrd="0" presId="urn:microsoft.com/office/officeart/2005/8/layout/list1"/>
    <dgm:cxn modelId="{EC2B263C-2D5F-E246-8721-1300EF65861C}" type="presParOf" srcId="{EBD4DE5C-6BD4-A443-94DB-1A89DA7163C5}" destId="{3A856623-63D0-364E-9F6F-27921A553F09}" srcOrd="0" destOrd="0" presId="urn:microsoft.com/office/officeart/2005/8/layout/list1"/>
    <dgm:cxn modelId="{D8A82846-5E39-CF47-902F-846730195742}" type="presParOf" srcId="{3A856623-63D0-364E-9F6F-27921A553F09}" destId="{4376622C-DDEB-714D-8359-9004119F3D58}" srcOrd="0" destOrd="0" presId="urn:microsoft.com/office/officeart/2005/8/layout/list1"/>
    <dgm:cxn modelId="{850CC2D2-AA8C-8F48-94C9-D06EBF9E47B5}" type="presParOf" srcId="{3A856623-63D0-364E-9F6F-27921A553F09}" destId="{F5B1C80D-76F9-554B-85E8-30F493B0D591}" srcOrd="1" destOrd="0" presId="urn:microsoft.com/office/officeart/2005/8/layout/list1"/>
    <dgm:cxn modelId="{0265EF00-1AD0-E84B-9A68-F374A99C8692}" type="presParOf" srcId="{EBD4DE5C-6BD4-A443-94DB-1A89DA7163C5}" destId="{848332B4-B491-4A4D-98B7-1E7C9AABAD3A}" srcOrd="1" destOrd="0" presId="urn:microsoft.com/office/officeart/2005/8/layout/list1"/>
    <dgm:cxn modelId="{139186E6-791A-244A-9DA2-B7B53A5F0560}" type="presParOf" srcId="{EBD4DE5C-6BD4-A443-94DB-1A89DA7163C5}" destId="{4F1A1AEC-D8AF-004E-8263-ED8B41D4D1DF}" srcOrd="2" destOrd="0" presId="urn:microsoft.com/office/officeart/2005/8/layout/list1"/>
    <dgm:cxn modelId="{960ABC5C-BA55-404F-9E04-DE2F9CFC1F53}" type="presParOf" srcId="{EBD4DE5C-6BD4-A443-94DB-1A89DA7163C5}" destId="{49835659-2CC7-8441-BC2E-85D7B14CC799}" srcOrd="3" destOrd="0" presId="urn:microsoft.com/office/officeart/2005/8/layout/list1"/>
    <dgm:cxn modelId="{09366D21-38EA-644D-A644-5F6FD913331D}" type="presParOf" srcId="{EBD4DE5C-6BD4-A443-94DB-1A89DA7163C5}" destId="{8004F953-E5F5-9541-8557-8BD39F3EDA6A}" srcOrd="4" destOrd="0" presId="urn:microsoft.com/office/officeart/2005/8/layout/list1"/>
    <dgm:cxn modelId="{B242CA63-8EED-1344-B344-39916B1488B2}" type="presParOf" srcId="{8004F953-E5F5-9541-8557-8BD39F3EDA6A}" destId="{9311F412-3543-A842-B46F-B266E18F98CE}" srcOrd="0" destOrd="0" presId="urn:microsoft.com/office/officeart/2005/8/layout/list1"/>
    <dgm:cxn modelId="{70B42DF7-6B8F-4F4D-AD46-C4F19B33F9BE}" type="presParOf" srcId="{8004F953-E5F5-9541-8557-8BD39F3EDA6A}" destId="{0F1D5C2C-5F9F-AB4E-8F42-C27741DD7044}" srcOrd="1" destOrd="0" presId="urn:microsoft.com/office/officeart/2005/8/layout/list1"/>
    <dgm:cxn modelId="{B520397A-CC38-5F45-9E5F-AFA5590DE6E4}" type="presParOf" srcId="{EBD4DE5C-6BD4-A443-94DB-1A89DA7163C5}" destId="{34DEE63D-D980-1740-A21D-24384B7B48C0}" srcOrd="5" destOrd="0" presId="urn:microsoft.com/office/officeart/2005/8/layout/list1"/>
    <dgm:cxn modelId="{CE0565D6-D06F-BD49-ADAF-2CB7ECE9FD28}" type="presParOf" srcId="{EBD4DE5C-6BD4-A443-94DB-1A89DA7163C5}" destId="{D02CF359-5D51-474A-B868-82676FE75E90}" srcOrd="6" destOrd="0" presId="urn:microsoft.com/office/officeart/2005/8/layout/list1"/>
    <dgm:cxn modelId="{336541B2-33D2-4546-BB23-C23679EB93A1}" type="presParOf" srcId="{EBD4DE5C-6BD4-A443-94DB-1A89DA7163C5}" destId="{DC5E4154-8B5F-F14C-995D-755712C284A0}" srcOrd="7" destOrd="0" presId="urn:microsoft.com/office/officeart/2005/8/layout/list1"/>
    <dgm:cxn modelId="{277AE9BA-833F-4949-AA4A-8C2CCC7641F9}" type="presParOf" srcId="{EBD4DE5C-6BD4-A443-94DB-1A89DA7163C5}" destId="{5A096C5D-611B-E84A-B544-33BE91E031A2}" srcOrd="8" destOrd="0" presId="urn:microsoft.com/office/officeart/2005/8/layout/list1"/>
    <dgm:cxn modelId="{762AE676-B49F-4F41-81D6-4DF17F599C69}" type="presParOf" srcId="{5A096C5D-611B-E84A-B544-33BE91E031A2}" destId="{09CA8B1D-7EA1-0F40-91C7-7EE692DB600D}" srcOrd="0" destOrd="0" presId="urn:microsoft.com/office/officeart/2005/8/layout/list1"/>
    <dgm:cxn modelId="{EB507951-DD7B-F048-8CAB-96161DAB46C6}" type="presParOf" srcId="{5A096C5D-611B-E84A-B544-33BE91E031A2}" destId="{18A8DE66-6ED6-B44E-84B8-1883941FE596}" srcOrd="1" destOrd="0" presId="urn:microsoft.com/office/officeart/2005/8/layout/list1"/>
    <dgm:cxn modelId="{431158EE-0A17-B945-8145-0914A1DF69B8}" type="presParOf" srcId="{EBD4DE5C-6BD4-A443-94DB-1A89DA7163C5}" destId="{7DEBBFAB-F226-2542-B8EB-000852001658}" srcOrd="9" destOrd="0" presId="urn:microsoft.com/office/officeart/2005/8/layout/list1"/>
    <dgm:cxn modelId="{BBD2143D-D8BE-6F41-9202-41758F97AE0D}" type="presParOf" srcId="{EBD4DE5C-6BD4-A443-94DB-1A89DA7163C5}" destId="{BA444481-A7C9-4D44-9E49-C04233C2171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B7980E3-6118-424D-B9C7-039D4193F76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9879FAB-708D-4FAA-9FC1-EFD1C43FA8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Numerical functions </a:t>
          </a:r>
          <a:endParaRPr lang="en-US"/>
        </a:p>
      </dgm:t>
    </dgm:pt>
    <dgm:pt modelId="{CEEDB489-AF1D-45E6-A8BA-485A847B9D3E}" type="parTrans" cxnId="{61C58EFB-C3F2-4684-AA4E-37C4FB309041}">
      <dgm:prSet/>
      <dgm:spPr/>
      <dgm:t>
        <a:bodyPr/>
        <a:lstStyle/>
        <a:p>
          <a:endParaRPr lang="en-US"/>
        </a:p>
      </dgm:t>
    </dgm:pt>
    <dgm:pt modelId="{DF3ED67D-2828-4F0C-B764-46492095DBF7}" type="sibTrans" cxnId="{61C58EFB-C3F2-4684-AA4E-37C4FB309041}">
      <dgm:prSet/>
      <dgm:spPr/>
      <dgm:t>
        <a:bodyPr/>
        <a:lstStyle/>
        <a:p>
          <a:endParaRPr lang="en-US"/>
        </a:p>
      </dgm:t>
    </dgm:pt>
    <dgm:pt modelId="{0133F260-0690-4CDD-ACFB-1A69FD208D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Linear regression; Neural networks; Support vector machines </a:t>
          </a:r>
          <a:endParaRPr lang="en-US"/>
        </a:p>
      </dgm:t>
    </dgm:pt>
    <dgm:pt modelId="{878436AD-7639-485B-B3E7-5B80508FECEB}" type="parTrans" cxnId="{1F87ABC7-C9BC-417D-AEAD-D1B28EC9AF63}">
      <dgm:prSet/>
      <dgm:spPr/>
      <dgm:t>
        <a:bodyPr/>
        <a:lstStyle/>
        <a:p>
          <a:endParaRPr lang="en-US"/>
        </a:p>
      </dgm:t>
    </dgm:pt>
    <dgm:pt modelId="{C26D8DC1-BDBB-49CA-BEFF-67C29935DF22}" type="sibTrans" cxnId="{1F87ABC7-C9BC-417D-AEAD-D1B28EC9AF63}">
      <dgm:prSet/>
      <dgm:spPr/>
      <dgm:t>
        <a:bodyPr/>
        <a:lstStyle/>
        <a:p>
          <a:endParaRPr lang="en-US"/>
        </a:p>
      </dgm:t>
    </dgm:pt>
    <dgm:pt modelId="{385A9D54-B3D7-4882-99A9-E618AEA4122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 dirty="0"/>
            <a:t>• Symbolic functions </a:t>
          </a:r>
          <a:endParaRPr lang="en-US" dirty="0"/>
        </a:p>
      </dgm:t>
    </dgm:pt>
    <dgm:pt modelId="{8A872B59-5C45-4760-9917-E413DB391E68}" type="parTrans" cxnId="{624C273F-7C3E-4FCB-95F8-60AB0B50B7CA}">
      <dgm:prSet/>
      <dgm:spPr/>
      <dgm:t>
        <a:bodyPr/>
        <a:lstStyle/>
        <a:p>
          <a:endParaRPr lang="en-US"/>
        </a:p>
      </dgm:t>
    </dgm:pt>
    <dgm:pt modelId="{1B761A0F-9872-4E8E-B975-DC6E01021F2B}" type="sibTrans" cxnId="{624C273F-7C3E-4FCB-95F8-60AB0B50B7CA}">
      <dgm:prSet/>
      <dgm:spPr/>
      <dgm:t>
        <a:bodyPr/>
        <a:lstStyle/>
        <a:p>
          <a:endParaRPr lang="en-US"/>
        </a:p>
      </dgm:t>
    </dgm:pt>
    <dgm:pt modelId="{D7478F18-78FB-4E19-8D38-A7FA1950DD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Decision trees; Rules in propositional logic; Rules in first-order predicate logic</a:t>
          </a:r>
          <a:endParaRPr lang="en-US"/>
        </a:p>
      </dgm:t>
    </dgm:pt>
    <dgm:pt modelId="{48795533-175F-44B2-9341-326D353D197A}" type="parTrans" cxnId="{8D3414EF-8A36-40CF-8F56-4310EB41B897}">
      <dgm:prSet/>
      <dgm:spPr/>
      <dgm:t>
        <a:bodyPr/>
        <a:lstStyle/>
        <a:p>
          <a:endParaRPr lang="en-US"/>
        </a:p>
      </dgm:t>
    </dgm:pt>
    <dgm:pt modelId="{74887904-7110-49C5-AF0E-7E44DCFF91FC}" type="sibTrans" cxnId="{8D3414EF-8A36-40CF-8F56-4310EB41B897}">
      <dgm:prSet/>
      <dgm:spPr/>
      <dgm:t>
        <a:bodyPr/>
        <a:lstStyle/>
        <a:p>
          <a:endParaRPr lang="en-US"/>
        </a:p>
      </dgm:t>
    </dgm:pt>
    <dgm:pt modelId="{A158656A-3CC0-49FE-801B-03FE2A727A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Instance-based functions</a:t>
          </a:r>
          <a:endParaRPr lang="en-US"/>
        </a:p>
      </dgm:t>
    </dgm:pt>
    <dgm:pt modelId="{A89A7E59-09A0-4705-9B3B-FD369D512FC3}" type="parTrans" cxnId="{83157310-244E-4176-97CF-BA54BE9BE379}">
      <dgm:prSet/>
      <dgm:spPr/>
      <dgm:t>
        <a:bodyPr/>
        <a:lstStyle/>
        <a:p>
          <a:endParaRPr lang="en-US"/>
        </a:p>
      </dgm:t>
    </dgm:pt>
    <dgm:pt modelId="{6CACC71E-CD31-45C7-8E81-AE881DC10C78}" type="sibTrans" cxnId="{83157310-244E-4176-97CF-BA54BE9BE379}">
      <dgm:prSet/>
      <dgm:spPr/>
      <dgm:t>
        <a:bodyPr/>
        <a:lstStyle/>
        <a:p>
          <a:endParaRPr lang="en-US"/>
        </a:p>
      </dgm:t>
    </dgm:pt>
    <dgm:pt modelId="{45412F84-C1A6-4464-9604-7C6ED2D78A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Nearest-neighbor; Case-based </a:t>
          </a:r>
          <a:endParaRPr lang="en-US"/>
        </a:p>
      </dgm:t>
    </dgm:pt>
    <dgm:pt modelId="{0CB82DEC-96EB-4E9D-B868-7E9AF87E9D3C}" type="parTrans" cxnId="{92AD7AD2-5FC8-466E-82B2-5FBE8E4FA6C7}">
      <dgm:prSet/>
      <dgm:spPr/>
      <dgm:t>
        <a:bodyPr/>
        <a:lstStyle/>
        <a:p>
          <a:endParaRPr lang="en-US"/>
        </a:p>
      </dgm:t>
    </dgm:pt>
    <dgm:pt modelId="{A38DB570-CA3C-431F-8C0C-05D0F1DFC351}" type="sibTrans" cxnId="{92AD7AD2-5FC8-466E-82B2-5FBE8E4FA6C7}">
      <dgm:prSet/>
      <dgm:spPr/>
      <dgm:t>
        <a:bodyPr/>
        <a:lstStyle/>
        <a:p>
          <a:endParaRPr lang="en-US"/>
        </a:p>
      </dgm:t>
    </dgm:pt>
    <dgm:pt modelId="{E81EFAAC-F76E-40FE-92AA-3999E8F2A2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Probabilistic Graphical Models</a:t>
          </a:r>
          <a:endParaRPr lang="en-US"/>
        </a:p>
      </dgm:t>
    </dgm:pt>
    <dgm:pt modelId="{1F1AA247-20BE-4CA3-B3E8-7E173D08D10F}" type="parTrans" cxnId="{C8258D78-CE6A-47DA-9D38-8ED24C52D19B}">
      <dgm:prSet/>
      <dgm:spPr/>
      <dgm:t>
        <a:bodyPr/>
        <a:lstStyle/>
        <a:p>
          <a:endParaRPr lang="en-US"/>
        </a:p>
      </dgm:t>
    </dgm:pt>
    <dgm:pt modelId="{C30F213C-12B9-4B40-9DD1-80E2260929C6}" type="sibTrans" cxnId="{C8258D78-CE6A-47DA-9D38-8ED24C52D19B}">
      <dgm:prSet/>
      <dgm:spPr/>
      <dgm:t>
        <a:bodyPr/>
        <a:lstStyle/>
        <a:p>
          <a:endParaRPr lang="en-US"/>
        </a:p>
      </dgm:t>
    </dgm:pt>
    <dgm:pt modelId="{EE2F1042-50C1-4569-B788-782DF07EE4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Naive Bayes; Bayesian networks; Hidden-Markov Models (HMMs); Markov networks</a:t>
          </a:r>
          <a:endParaRPr lang="en-US"/>
        </a:p>
      </dgm:t>
    </dgm:pt>
    <dgm:pt modelId="{6BE4590B-F7DD-4B2A-B071-E65E29AC4545}" type="parTrans" cxnId="{7D9EA04D-BF51-4E65-915D-58D8D95F8576}">
      <dgm:prSet/>
      <dgm:spPr/>
      <dgm:t>
        <a:bodyPr/>
        <a:lstStyle/>
        <a:p>
          <a:endParaRPr lang="en-US"/>
        </a:p>
      </dgm:t>
    </dgm:pt>
    <dgm:pt modelId="{D292FB69-8351-4A08-ADC8-66E1FAD3C86F}" type="sibTrans" cxnId="{7D9EA04D-BF51-4E65-915D-58D8D95F8576}">
      <dgm:prSet/>
      <dgm:spPr/>
      <dgm:t>
        <a:bodyPr/>
        <a:lstStyle/>
        <a:p>
          <a:endParaRPr lang="en-US"/>
        </a:p>
      </dgm:t>
    </dgm:pt>
    <dgm:pt modelId="{403DCD15-01AB-4BCC-8DA4-8D63FFDA35B6}" type="pres">
      <dgm:prSet presAssocID="{4B7980E3-6118-424D-B9C7-039D4193F761}" presName="root" presStyleCnt="0">
        <dgm:presLayoutVars>
          <dgm:dir/>
          <dgm:resizeHandles val="exact"/>
        </dgm:presLayoutVars>
      </dgm:prSet>
      <dgm:spPr/>
    </dgm:pt>
    <dgm:pt modelId="{2B17C20C-CDF3-43D9-B12C-D96F46B707B4}" type="pres">
      <dgm:prSet presAssocID="{69879FAB-708D-4FAA-9FC1-EFD1C43FA85B}" presName="compNode" presStyleCnt="0"/>
      <dgm:spPr/>
    </dgm:pt>
    <dgm:pt modelId="{9B7257A8-716C-424D-9011-2D6549C5D679}" type="pres">
      <dgm:prSet presAssocID="{69879FAB-708D-4FAA-9FC1-EFD1C43FA85B}" presName="bgRect" presStyleLbl="bgShp" presStyleIdx="0" presStyleCnt="4"/>
      <dgm:spPr/>
    </dgm:pt>
    <dgm:pt modelId="{1E9C812A-C3D0-4DAB-898E-5F007C85FA3D}" type="pres">
      <dgm:prSet presAssocID="{69879FAB-708D-4FAA-9FC1-EFD1C43FA85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4D86956-BB3E-4B6E-9EC9-86D0ECB4CE2F}" type="pres">
      <dgm:prSet presAssocID="{69879FAB-708D-4FAA-9FC1-EFD1C43FA85B}" presName="spaceRect" presStyleCnt="0"/>
      <dgm:spPr/>
    </dgm:pt>
    <dgm:pt modelId="{62DB105D-5012-4E5F-A542-C63E91E449A5}" type="pres">
      <dgm:prSet presAssocID="{69879FAB-708D-4FAA-9FC1-EFD1C43FA85B}" presName="parTx" presStyleLbl="revTx" presStyleIdx="0" presStyleCnt="8">
        <dgm:presLayoutVars>
          <dgm:chMax val="0"/>
          <dgm:chPref val="0"/>
        </dgm:presLayoutVars>
      </dgm:prSet>
      <dgm:spPr/>
    </dgm:pt>
    <dgm:pt modelId="{1A8A18B9-34A5-4DEE-82B3-58756756E1A0}" type="pres">
      <dgm:prSet presAssocID="{69879FAB-708D-4FAA-9FC1-EFD1C43FA85B}" presName="desTx" presStyleLbl="revTx" presStyleIdx="1" presStyleCnt="8">
        <dgm:presLayoutVars/>
      </dgm:prSet>
      <dgm:spPr/>
    </dgm:pt>
    <dgm:pt modelId="{B7ED99CF-7AF6-43EB-B5AF-D1DC69A25B7F}" type="pres">
      <dgm:prSet presAssocID="{DF3ED67D-2828-4F0C-B764-46492095DBF7}" presName="sibTrans" presStyleCnt="0"/>
      <dgm:spPr/>
    </dgm:pt>
    <dgm:pt modelId="{237B8501-C497-4E22-BBC6-78922119900E}" type="pres">
      <dgm:prSet presAssocID="{385A9D54-B3D7-4882-99A9-E618AEA4122C}" presName="compNode" presStyleCnt="0"/>
      <dgm:spPr/>
    </dgm:pt>
    <dgm:pt modelId="{D99E6BED-7B69-495E-8B23-7726AD823B2B}" type="pres">
      <dgm:prSet presAssocID="{385A9D54-B3D7-4882-99A9-E618AEA4122C}" presName="bgRect" presStyleLbl="bgShp" presStyleIdx="1" presStyleCnt="4"/>
      <dgm:spPr/>
    </dgm:pt>
    <dgm:pt modelId="{20B85F23-8760-4C25-8C3C-41545338A263}" type="pres">
      <dgm:prSet presAssocID="{385A9D54-B3D7-4882-99A9-E618AEA4122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DECF7D7-65B2-4A70-8820-B88DC35A4539}" type="pres">
      <dgm:prSet presAssocID="{385A9D54-B3D7-4882-99A9-E618AEA4122C}" presName="spaceRect" presStyleCnt="0"/>
      <dgm:spPr/>
    </dgm:pt>
    <dgm:pt modelId="{8D11869F-D84F-4F90-954F-852FC2B2611E}" type="pres">
      <dgm:prSet presAssocID="{385A9D54-B3D7-4882-99A9-E618AEA4122C}" presName="parTx" presStyleLbl="revTx" presStyleIdx="2" presStyleCnt="8">
        <dgm:presLayoutVars>
          <dgm:chMax val="0"/>
          <dgm:chPref val="0"/>
        </dgm:presLayoutVars>
      </dgm:prSet>
      <dgm:spPr/>
    </dgm:pt>
    <dgm:pt modelId="{A514ADAC-8B1A-4ECB-B10F-FDC931C27A6A}" type="pres">
      <dgm:prSet presAssocID="{385A9D54-B3D7-4882-99A9-E618AEA4122C}" presName="desTx" presStyleLbl="revTx" presStyleIdx="3" presStyleCnt="8">
        <dgm:presLayoutVars/>
      </dgm:prSet>
      <dgm:spPr/>
    </dgm:pt>
    <dgm:pt modelId="{0390770E-8E35-483A-82FA-F988597D0E9D}" type="pres">
      <dgm:prSet presAssocID="{1B761A0F-9872-4E8E-B975-DC6E01021F2B}" presName="sibTrans" presStyleCnt="0"/>
      <dgm:spPr/>
    </dgm:pt>
    <dgm:pt modelId="{29036BB6-7F36-4E4D-9377-6468DE9E6FF8}" type="pres">
      <dgm:prSet presAssocID="{A158656A-3CC0-49FE-801B-03FE2A727A5F}" presName="compNode" presStyleCnt="0"/>
      <dgm:spPr/>
    </dgm:pt>
    <dgm:pt modelId="{7966B3CD-ED9C-4E67-BB83-78283EC30B38}" type="pres">
      <dgm:prSet presAssocID="{A158656A-3CC0-49FE-801B-03FE2A727A5F}" presName="bgRect" presStyleLbl="bgShp" presStyleIdx="2" presStyleCnt="4"/>
      <dgm:spPr/>
    </dgm:pt>
    <dgm:pt modelId="{9A511206-C866-46F2-B129-E83D04C2381B}" type="pres">
      <dgm:prSet presAssocID="{A158656A-3CC0-49FE-801B-03FE2A727A5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3384D63-BAF2-467E-8A57-FB47E13D0531}" type="pres">
      <dgm:prSet presAssocID="{A158656A-3CC0-49FE-801B-03FE2A727A5F}" presName="spaceRect" presStyleCnt="0"/>
      <dgm:spPr/>
    </dgm:pt>
    <dgm:pt modelId="{9D35EB54-FDE2-49A4-889E-BBD5D796DAAA}" type="pres">
      <dgm:prSet presAssocID="{A158656A-3CC0-49FE-801B-03FE2A727A5F}" presName="parTx" presStyleLbl="revTx" presStyleIdx="4" presStyleCnt="8">
        <dgm:presLayoutVars>
          <dgm:chMax val="0"/>
          <dgm:chPref val="0"/>
        </dgm:presLayoutVars>
      </dgm:prSet>
      <dgm:spPr/>
    </dgm:pt>
    <dgm:pt modelId="{212C601B-349D-45C5-8BED-46D6A66FC525}" type="pres">
      <dgm:prSet presAssocID="{A158656A-3CC0-49FE-801B-03FE2A727A5F}" presName="desTx" presStyleLbl="revTx" presStyleIdx="5" presStyleCnt="8">
        <dgm:presLayoutVars/>
      </dgm:prSet>
      <dgm:spPr/>
    </dgm:pt>
    <dgm:pt modelId="{E5F79A74-9AA7-4C23-A629-FE1BED23B6EA}" type="pres">
      <dgm:prSet presAssocID="{6CACC71E-CD31-45C7-8E81-AE881DC10C78}" presName="sibTrans" presStyleCnt="0"/>
      <dgm:spPr/>
    </dgm:pt>
    <dgm:pt modelId="{B63BF9B7-D3FA-4F34-92B3-F34C8D7D55D1}" type="pres">
      <dgm:prSet presAssocID="{E81EFAAC-F76E-40FE-92AA-3999E8F2A250}" presName="compNode" presStyleCnt="0"/>
      <dgm:spPr/>
    </dgm:pt>
    <dgm:pt modelId="{EC60700F-19F0-4C58-B07D-4BE86E0AA6B1}" type="pres">
      <dgm:prSet presAssocID="{E81EFAAC-F76E-40FE-92AA-3999E8F2A250}" presName="bgRect" presStyleLbl="bgShp" presStyleIdx="3" presStyleCnt="4"/>
      <dgm:spPr/>
    </dgm:pt>
    <dgm:pt modelId="{23361F0F-41D7-49C0-9362-B16014E5622B}" type="pres">
      <dgm:prSet presAssocID="{E81EFAAC-F76E-40FE-92AA-3999E8F2A25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651BBBFF-C5B9-427C-9635-86C8C4BF9AFD}" type="pres">
      <dgm:prSet presAssocID="{E81EFAAC-F76E-40FE-92AA-3999E8F2A250}" presName="spaceRect" presStyleCnt="0"/>
      <dgm:spPr/>
    </dgm:pt>
    <dgm:pt modelId="{08708B8B-03F9-426B-8FF8-BD620601D612}" type="pres">
      <dgm:prSet presAssocID="{E81EFAAC-F76E-40FE-92AA-3999E8F2A250}" presName="parTx" presStyleLbl="revTx" presStyleIdx="6" presStyleCnt="8">
        <dgm:presLayoutVars>
          <dgm:chMax val="0"/>
          <dgm:chPref val="0"/>
        </dgm:presLayoutVars>
      </dgm:prSet>
      <dgm:spPr/>
    </dgm:pt>
    <dgm:pt modelId="{2A553879-5203-45D8-8F93-7DEE28267AD9}" type="pres">
      <dgm:prSet presAssocID="{E81EFAAC-F76E-40FE-92AA-3999E8F2A250}" presName="desTx" presStyleLbl="revTx" presStyleIdx="7" presStyleCnt="8">
        <dgm:presLayoutVars/>
      </dgm:prSet>
      <dgm:spPr/>
    </dgm:pt>
  </dgm:ptLst>
  <dgm:cxnLst>
    <dgm:cxn modelId="{0CEE7702-DF15-4DCA-8911-7AE21343C5D5}" type="presOf" srcId="{45412F84-C1A6-4464-9604-7C6ED2D78AD0}" destId="{212C601B-349D-45C5-8BED-46D6A66FC525}" srcOrd="0" destOrd="0" presId="urn:microsoft.com/office/officeart/2018/2/layout/IconVerticalSolidList"/>
    <dgm:cxn modelId="{BC16920D-5F08-4373-B89A-F8D8970B5BEF}" type="presOf" srcId="{385A9D54-B3D7-4882-99A9-E618AEA4122C}" destId="{8D11869F-D84F-4F90-954F-852FC2B2611E}" srcOrd="0" destOrd="0" presId="urn:microsoft.com/office/officeart/2018/2/layout/IconVerticalSolidList"/>
    <dgm:cxn modelId="{83157310-244E-4176-97CF-BA54BE9BE379}" srcId="{4B7980E3-6118-424D-B9C7-039D4193F761}" destId="{A158656A-3CC0-49FE-801B-03FE2A727A5F}" srcOrd="2" destOrd="0" parTransId="{A89A7E59-09A0-4705-9B3B-FD369D512FC3}" sibTransId="{6CACC71E-CD31-45C7-8E81-AE881DC10C78}"/>
    <dgm:cxn modelId="{8D552D18-89AD-43C1-83F7-B696327BD9FF}" type="presOf" srcId="{0133F260-0690-4CDD-ACFB-1A69FD208DBE}" destId="{1A8A18B9-34A5-4DEE-82B3-58756756E1A0}" srcOrd="0" destOrd="0" presId="urn:microsoft.com/office/officeart/2018/2/layout/IconVerticalSolidList"/>
    <dgm:cxn modelId="{624C273F-7C3E-4FCB-95F8-60AB0B50B7CA}" srcId="{4B7980E3-6118-424D-B9C7-039D4193F761}" destId="{385A9D54-B3D7-4882-99A9-E618AEA4122C}" srcOrd="1" destOrd="0" parTransId="{8A872B59-5C45-4760-9917-E413DB391E68}" sibTransId="{1B761A0F-9872-4E8E-B975-DC6E01021F2B}"/>
    <dgm:cxn modelId="{7D9EA04D-BF51-4E65-915D-58D8D95F8576}" srcId="{E81EFAAC-F76E-40FE-92AA-3999E8F2A250}" destId="{EE2F1042-50C1-4569-B788-782DF07EE4A8}" srcOrd="0" destOrd="0" parTransId="{6BE4590B-F7DD-4B2A-B071-E65E29AC4545}" sibTransId="{D292FB69-8351-4A08-ADC8-66E1FAD3C86F}"/>
    <dgm:cxn modelId="{B29ABB74-5400-452C-9B35-AB5718F780B8}" type="presOf" srcId="{4B7980E3-6118-424D-B9C7-039D4193F761}" destId="{403DCD15-01AB-4BCC-8DA4-8D63FFDA35B6}" srcOrd="0" destOrd="0" presId="urn:microsoft.com/office/officeart/2018/2/layout/IconVerticalSolidList"/>
    <dgm:cxn modelId="{C8258D78-CE6A-47DA-9D38-8ED24C52D19B}" srcId="{4B7980E3-6118-424D-B9C7-039D4193F761}" destId="{E81EFAAC-F76E-40FE-92AA-3999E8F2A250}" srcOrd="3" destOrd="0" parTransId="{1F1AA247-20BE-4CA3-B3E8-7E173D08D10F}" sibTransId="{C30F213C-12B9-4B40-9DD1-80E2260929C6}"/>
    <dgm:cxn modelId="{35F35779-465E-4B70-8169-46CEB517F73A}" type="presOf" srcId="{D7478F18-78FB-4E19-8D38-A7FA1950DDC6}" destId="{A514ADAC-8B1A-4ECB-B10F-FDC931C27A6A}" srcOrd="0" destOrd="0" presId="urn:microsoft.com/office/officeart/2018/2/layout/IconVerticalSolidList"/>
    <dgm:cxn modelId="{1F87ABC7-C9BC-417D-AEAD-D1B28EC9AF63}" srcId="{69879FAB-708D-4FAA-9FC1-EFD1C43FA85B}" destId="{0133F260-0690-4CDD-ACFB-1A69FD208DBE}" srcOrd="0" destOrd="0" parTransId="{878436AD-7639-485B-B3E7-5B80508FECEB}" sibTransId="{C26D8DC1-BDBB-49CA-BEFF-67C29935DF22}"/>
    <dgm:cxn modelId="{9C99EECE-08CB-4E1C-B209-3A68A0B1B63B}" type="presOf" srcId="{EE2F1042-50C1-4569-B788-782DF07EE4A8}" destId="{2A553879-5203-45D8-8F93-7DEE28267AD9}" srcOrd="0" destOrd="0" presId="urn:microsoft.com/office/officeart/2018/2/layout/IconVerticalSolidList"/>
    <dgm:cxn modelId="{92AD7AD2-5FC8-466E-82B2-5FBE8E4FA6C7}" srcId="{A158656A-3CC0-49FE-801B-03FE2A727A5F}" destId="{45412F84-C1A6-4464-9604-7C6ED2D78AD0}" srcOrd="0" destOrd="0" parTransId="{0CB82DEC-96EB-4E9D-B868-7E9AF87E9D3C}" sibTransId="{A38DB570-CA3C-431F-8C0C-05D0F1DFC351}"/>
    <dgm:cxn modelId="{EE9F70DB-55B4-4F99-9DE6-A2E6CA2FD606}" type="presOf" srcId="{A158656A-3CC0-49FE-801B-03FE2A727A5F}" destId="{9D35EB54-FDE2-49A4-889E-BBD5D796DAAA}" srcOrd="0" destOrd="0" presId="urn:microsoft.com/office/officeart/2018/2/layout/IconVerticalSolidList"/>
    <dgm:cxn modelId="{8F93B1E1-334E-4B0C-A261-AF30AD38BEC3}" type="presOf" srcId="{69879FAB-708D-4FAA-9FC1-EFD1C43FA85B}" destId="{62DB105D-5012-4E5F-A542-C63E91E449A5}" srcOrd="0" destOrd="0" presId="urn:microsoft.com/office/officeart/2018/2/layout/IconVerticalSolidList"/>
    <dgm:cxn modelId="{841CCDEC-96E2-4A82-9D0A-ED05A236590A}" type="presOf" srcId="{E81EFAAC-F76E-40FE-92AA-3999E8F2A250}" destId="{08708B8B-03F9-426B-8FF8-BD620601D612}" srcOrd="0" destOrd="0" presId="urn:microsoft.com/office/officeart/2018/2/layout/IconVerticalSolidList"/>
    <dgm:cxn modelId="{8D3414EF-8A36-40CF-8F56-4310EB41B897}" srcId="{385A9D54-B3D7-4882-99A9-E618AEA4122C}" destId="{D7478F18-78FB-4E19-8D38-A7FA1950DDC6}" srcOrd="0" destOrd="0" parTransId="{48795533-175F-44B2-9341-326D353D197A}" sibTransId="{74887904-7110-49C5-AF0E-7E44DCFF91FC}"/>
    <dgm:cxn modelId="{61C58EFB-C3F2-4684-AA4E-37C4FB309041}" srcId="{4B7980E3-6118-424D-B9C7-039D4193F761}" destId="{69879FAB-708D-4FAA-9FC1-EFD1C43FA85B}" srcOrd="0" destOrd="0" parTransId="{CEEDB489-AF1D-45E6-A8BA-485A847B9D3E}" sibTransId="{DF3ED67D-2828-4F0C-B764-46492095DBF7}"/>
    <dgm:cxn modelId="{F560C2D0-4B6B-4FD8-A5A1-479B9C368239}" type="presParOf" srcId="{403DCD15-01AB-4BCC-8DA4-8D63FFDA35B6}" destId="{2B17C20C-CDF3-43D9-B12C-D96F46B707B4}" srcOrd="0" destOrd="0" presId="urn:microsoft.com/office/officeart/2018/2/layout/IconVerticalSolidList"/>
    <dgm:cxn modelId="{4693AB29-BAE6-477A-A630-2227C1BFE9E3}" type="presParOf" srcId="{2B17C20C-CDF3-43D9-B12C-D96F46B707B4}" destId="{9B7257A8-716C-424D-9011-2D6549C5D679}" srcOrd="0" destOrd="0" presId="urn:microsoft.com/office/officeart/2018/2/layout/IconVerticalSolidList"/>
    <dgm:cxn modelId="{525E5C22-9497-4BA6-B5FB-38B3D8986ED8}" type="presParOf" srcId="{2B17C20C-CDF3-43D9-B12C-D96F46B707B4}" destId="{1E9C812A-C3D0-4DAB-898E-5F007C85FA3D}" srcOrd="1" destOrd="0" presId="urn:microsoft.com/office/officeart/2018/2/layout/IconVerticalSolidList"/>
    <dgm:cxn modelId="{B69363E2-7BBF-4511-B55C-290E0C9ACDCD}" type="presParOf" srcId="{2B17C20C-CDF3-43D9-B12C-D96F46B707B4}" destId="{14D86956-BB3E-4B6E-9EC9-86D0ECB4CE2F}" srcOrd="2" destOrd="0" presId="urn:microsoft.com/office/officeart/2018/2/layout/IconVerticalSolidList"/>
    <dgm:cxn modelId="{3BA21035-511F-4222-A982-43B13D4A09DC}" type="presParOf" srcId="{2B17C20C-CDF3-43D9-B12C-D96F46B707B4}" destId="{62DB105D-5012-4E5F-A542-C63E91E449A5}" srcOrd="3" destOrd="0" presId="urn:microsoft.com/office/officeart/2018/2/layout/IconVerticalSolidList"/>
    <dgm:cxn modelId="{2C78854E-8147-4CB8-9205-6B0C17567D02}" type="presParOf" srcId="{2B17C20C-CDF3-43D9-B12C-D96F46B707B4}" destId="{1A8A18B9-34A5-4DEE-82B3-58756756E1A0}" srcOrd="4" destOrd="0" presId="urn:microsoft.com/office/officeart/2018/2/layout/IconVerticalSolidList"/>
    <dgm:cxn modelId="{69362D3E-BF79-42EE-B8A8-366B5E467B9F}" type="presParOf" srcId="{403DCD15-01AB-4BCC-8DA4-8D63FFDA35B6}" destId="{B7ED99CF-7AF6-43EB-B5AF-D1DC69A25B7F}" srcOrd="1" destOrd="0" presId="urn:microsoft.com/office/officeart/2018/2/layout/IconVerticalSolidList"/>
    <dgm:cxn modelId="{D100EBFF-7787-4613-BF0F-FBF183E832DF}" type="presParOf" srcId="{403DCD15-01AB-4BCC-8DA4-8D63FFDA35B6}" destId="{237B8501-C497-4E22-BBC6-78922119900E}" srcOrd="2" destOrd="0" presId="urn:microsoft.com/office/officeart/2018/2/layout/IconVerticalSolidList"/>
    <dgm:cxn modelId="{C9D76E85-8F3F-452D-8C03-54087FE7B9B0}" type="presParOf" srcId="{237B8501-C497-4E22-BBC6-78922119900E}" destId="{D99E6BED-7B69-495E-8B23-7726AD823B2B}" srcOrd="0" destOrd="0" presId="urn:microsoft.com/office/officeart/2018/2/layout/IconVerticalSolidList"/>
    <dgm:cxn modelId="{0CCD75D8-6D18-4C5B-9E9C-5FACE93BBDAE}" type="presParOf" srcId="{237B8501-C497-4E22-BBC6-78922119900E}" destId="{20B85F23-8760-4C25-8C3C-41545338A263}" srcOrd="1" destOrd="0" presId="urn:microsoft.com/office/officeart/2018/2/layout/IconVerticalSolidList"/>
    <dgm:cxn modelId="{2E52B298-BBA6-4E2E-AC95-D68FAFA1E215}" type="presParOf" srcId="{237B8501-C497-4E22-BBC6-78922119900E}" destId="{0DECF7D7-65B2-4A70-8820-B88DC35A4539}" srcOrd="2" destOrd="0" presId="urn:microsoft.com/office/officeart/2018/2/layout/IconVerticalSolidList"/>
    <dgm:cxn modelId="{86DF2619-1788-4BEB-A675-AA8AFE85DD6F}" type="presParOf" srcId="{237B8501-C497-4E22-BBC6-78922119900E}" destId="{8D11869F-D84F-4F90-954F-852FC2B2611E}" srcOrd="3" destOrd="0" presId="urn:microsoft.com/office/officeart/2018/2/layout/IconVerticalSolidList"/>
    <dgm:cxn modelId="{76A3B094-1D80-4BBC-92D0-C72301CBDC0B}" type="presParOf" srcId="{237B8501-C497-4E22-BBC6-78922119900E}" destId="{A514ADAC-8B1A-4ECB-B10F-FDC931C27A6A}" srcOrd="4" destOrd="0" presId="urn:microsoft.com/office/officeart/2018/2/layout/IconVerticalSolidList"/>
    <dgm:cxn modelId="{1588560E-E39E-4200-8225-B5DDFD97DD52}" type="presParOf" srcId="{403DCD15-01AB-4BCC-8DA4-8D63FFDA35B6}" destId="{0390770E-8E35-483A-82FA-F988597D0E9D}" srcOrd="3" destOrd="0" presId="urn:microsoft.com/office/officeart/2018/2/layout/IconVerticalSolidList"/>
    <dgm:cxn modelId="{BDD682FD-5636-4BF6-B23E-69A161D10CE1}" type="presParOf" srcId="{403DCD15-01AB-4BCC-8DA4-8D63FFDA35B6}" destId="{29036BB6-7F36-4E4D-9377-6468DE9E6FF8}" srcOrd="4" destOrd="0" presId="urn:microsoft.com/office/officeart/2018/2/layout/IconVerticalSolidList"/>
    <dgm:cxn modelId="{B98EC01A-3B83-4885-8A05-592198C270D4}" type="presParOf" srcId="{29036BB6-7F36-4E4D-9377-6468DE9E6FF8}" destId="{7966B3CD-ED9C-4E67-BB83-78283EC30B38}" srcOrd="0" destOrd="0" presId="urn:microsoft.com/office/officeart/2018/2/layout/IconVerticalSolidList"/>
    <dgm:cxn modelId="{3D27C9B1-445D-4B3C-9BB7-1EB86230E8C9}" type="presParOf" srcId="{29036BB6-7F36-4E4D-9377-6468DE9E6FF8}" destId="{9A511206-C866-46F2-B129-E83D04C2381B}" srcOrd="1" destOrd="0" presId="urn:microsoft.com/office/officeart/2018/2/layout/IconVerticalSolidList"/>
    <dgm:cxn modelId="{95CF3330-66EE-4371-99C8-B1904DEA2410}" type="presParOf" srcId="{29036BB6-7F36-4E4D-9377-6468DE9E6FF8}" destId="{13384D63-BAF2-467E-8A57-FB47E13D0531}" srcOrd="2" destOrd="0" presId="urn:microsoft.com/office/officeart/2018/2/layout/IconVerticalSolidList"/>
    <dgm:cxn modelId="{B746F648-BD34-49C1-88D9-A3910A4085DF}" type="presParOf" srcId="{29036BB6-7F36-4E4D-9377-6468DE9E6FF8}" destId="{9D35EB54-FDE2-49A4-889E-BBD5D796DAAA}" srcOrd="3" destOrd="0" presId="urn:microsoft.com/office/officeart/2018/2/layout/IconVerticalSolidList"/>
    <dgm:cxn modelId="{2ED5D14E-B99D-4509-8BD8-E9219BDA1344}" type="presParOf" srcId="{29036BB6-7F36-4E4D-9377-6468DE9E6FF8}" destId="{212C601B-349D-45C5-8BED-46D6A66FC525}" srcOrd="4" destOrd="0" presId="urn:microsoft.com/office/officeart/2018/2/layout/IconVerticalSolidList"/>
    <dgm:cxn modelId="{F6B3EEA6-1F7F-4C6F-8D3A-CEE92888552E}" type="presParOf" srcId="{403DCD15-01AB-4BCC-8DA4-8D63FFDA35B6}" destId="{E5F79A74-9AA7-4C23-A629-FE1BED23B6EA}" srcOrd="5" destOrd="0" presId="urn:microsoft.com/office/officeart/2018/2/layout/IconVerticalSolidList"/>
    <dgm:cxn modelId="{B16C5D91-4394-44EE-9E4B-151F47E44981}" type="presParOf" srcId="{403DCD15-01AB-4BCC-8DA4-8D63FFDA35B6}" destId="{B63BF9B7-D3FA-4F34-92B3-F34C8D7D55D1}" srcOrd="6" destOrd="0" presId="urn:microsoft.com/office/officeart/2018/2/layout/IconVerticalSolidList"/>
    <dgm:cxn modelId="{D01527C3-317B-4DD1-8650-50BA122300DC}" type="presParOf" srcId="{B63BF9B7-D3FA-4F34-92B3-F34C8D7D55D1}" destId="{EC60700F-19F0-4C58-B07D-4BE86E0AA6B1}" srcOrd="0" destOrd="0" presId="urn:microsoft.com/office/officeart/2018/2/layout/IconVerticalSolidList"/>
    <dgm:cxn modelId="{41A7D00E-041F-4C1D-A610-3D7142C2E7CD}" type="presParOf" srcId="{B63BF9B7-D3FA-4F34-92B3-F34C8D7D55D1}" destId="{23361F0F-41D7-49C0-9362-B16014E5622B}" srcOrd="1" destOrd="0" presId="urn:microsoft.com/office/officeart/2018/2/layout/IconVerticalSolidList"/>
    <dgm:cxn modelId="{CAAAA4C6-DC26-428C-8427-B42A75B31216}" type="presParOf" srcId="{B63BF9B7-D3FA-4F34-92B3-F34C8D7D55D1}" destId="{651BBBFF-C5B9-427C-9635-86C8C4BF9AFD}" srcOrd="2" destOrd="0" presId="urn:microsoft.com/office/officeart/2018/2/layout/IconVerticalSolidList"/>
    <dgm:cxn modelId="{07CCDE2F-9C70-45B0-8D1C-A65C1E93A0F1}" type="presParOf" srcId="{B63BF9B7-D3FA-4F34-92B3-F34C8D7D55D1}" destId="{08708B8B-03F9-426B-8FF8-BD620601D612}" srcOrd="3" destOrd="0" presId="urn:microsoft.com/office/officeart/2018/2/layout/IconVerticalSolidList"/>
    <dgm:cxn modelId="{56F8BF88-62DD-472E-B9D7-538000492A29}" type="presParOf" srcId="{B63BF9B7-D3FA-4F34-92B3-F34C8D7D55D1}" destId="{2A553879-5203-45D8-8F93-7DEE28267AD9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33CE86-C923-4312-A7A4-58765556908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A36DAC7-5DCE-4B0A-92C9-B8A8254E9C01}">
      <dgm:prSet/>
      <dgm:spPr/>
      <dgm:t>
        <a:bodyPr/>
        <a:lstStyle/>
        <a:p>
          <a:r>
            <a:rPr lang="en-US" baseline="0"/>
            <a:t>Gradient descent</a:t>
          </a:r>
          <a:endParaRPr lang="en-US"/>
        </a:p>
      </dgm:t>
    </dgm:pt>
    <dgm:pt modelId="{F23F5EF2-85E9-4341-8148-82A7C18ADB9E}" type="parTrans" cxnId="{399AD677-C1A0-4293-9C6C-F2FBB2E54B81}">
      <dgm:prSet/>
      <dgm:spPr/>
      <dgm:t>
        <a:bodyPr/>
        <a:lstStyle/>
        <a:p>
          <a:endParaRPr lang="en-US"/>
        </a:p>
      </dgm:t>
    </dgm:pt>
    <dgm:pt modelId="{F94C73CF-8DAF-4AA4-8481-0A9D1CC0EAD8}" type="sibTrans" cxnId="{399AD677-C1A0-4293-9C6C-F2FBB2E54B81}">
      <dgm:prSet/>
      <dgm:spPr/>
      <dgm:t>
        <a:bodyPr/>
        <a:lstStyle/>
        <a:p>
          <a:endParaRPr lang="en-US"/>
        </a:p>
      </dgm:t>
    </dgm:pt>
    <dgm:pt modelId="{5A64C705-4B7E-41D1-8D77-FD8127E92118}">
      <dgm:prSet/>
      <dgm:spPr/>
      <dgm:t>
        <a:bodyPr/>
        <a:lstStyle/>
        <a:p>
          <a:r>
            <a:rPr lang="en-US" baseline="0"/>
            <a:t>Perceptron; Backpropagation </a:t>
          </a:r>
          <a:endParaRPr lang="en-US"/>
        </a:p>
      </dgm:t>
    </dgm:pt>
    <dgm:pt modelId="{6C9A8BE6-8EF6-45BD-9FA1-AB9682618B89}" type="parTrans" cxnId="{DB832C8E-525D-49FF-A80E-AD5BF256EAFD}">
      <dgm:prSet/>
      <dgm:spPr/>
      <dgm:t>
        <a:bodyPr/>
        <a:lstStyle/>
        <a:p>
          <a:endParaRPr lang="en-US"/>
        </a:p>
      </dgm:t>
    </dgm:pt>
    <dgm:pt modelId="{B615A3BA-0E5C-475B-87FC-83B3BA9A2EE5}" type="sibTrans" cxnId="{DB832C8E-525D-49FF-A80E-AD5BF256EAFD}">
      <dgm:prSet/>
      <dgm:spPr/>
      <dgm:t>
        <a:bodyPr/>
        <a:lstStyle/>
        <a:p>
          <a:endParaRPr lang="en-US"/>
        </a:p>
      </dgm:t>
    </dgm:pt>
    <dgm:pt modelId="{88146355-E327-4EA9-BEC0-EEDF646EE20E}">
      <dgm:prSet/>
      <dgm:spPr/>
      <dgm:t>
        <a:bodyPr/>
        <a:lstStyle/>
        <a:p>
          <a:r>
            <a:rPr lang="en-US" baseline="0"/>
            <a:t>• Dynamic Programming </a:t>
          </a:r>
          <a:endParaRPr lang="en-US"/>
        </a:p>
      </dgm:t>
    </dgm:pt>
    <dgm:pt modelId="{6E9A9F51-3096-485A-AE12-DD1B7C7D86C2}" type="parTrans" cxnId="{0491F9D9-678A-4163-A348-0861980B3D9C}">
      <dgm:prSet/>
      <dgm:spPr/>
      <dgm:t>
        <a:bodyPr/>
        <a:lstStyle/>
        <a:p>
          <a:endParaRPr lang="en-US"/>
        </a:p>
      </dgm:t>
    </dgm:pt>
    <dgm:pt modelId="{8BD2A1C8-C077-4CA2-809B-EFFCE65B9E1A}" type="sibTrans" cxnId="{0491F9D9-678A-4163-A348-0861980B3D9C}">
      <dgm:prSet/>
      <dgm:spPr/>
      <dgm:t>
        <a:bodyPr/>
        <a:lstStyle/>
        <a:p>
          <a:endParaRPr lang="en-US"/>
        </a:p>
      </dgm:t>
    </dgm:pt>
    <dgm:pt modelId="{5EEBEA1E-DB91-41E2-AD9E-688BF0D6F2BF}">
      <dgm:prSet/>
      <dgm:spPr/>
      <dgm:t>
        <a:bodyPr/>
        <a:lstStyle/>
        <a:p>
          <a:r>
            <a:rPr lang="en-US" baseline="0"/>
            <a:t>HMM Learning; PCFG Learning </a:t>
          </a:r>
          <a:endParaRPr lang="en-US"/>
        </a:p>
      </dgm:t>
    </dgm:pt>
    <dgm:pt modelId="{2FCDAE93-D90D-4C21-B0B1-3F59EBF463FE}" type="parTrans" cxnId="{41A70D9E-E91A-41B3-815C-C8C179DEEA89}">
      <dgm:prSet/>
      <dgm:spPr/>
      <dgm:t>
        <a:bodyPr/>
        <a:lstStyle/>
        <a:p>
          <a:endParaRPr lang="en-US"/>
        </a:p>
      </dgm:t>
    </dgm:pt>
    <dgm:pt modelId="{753C5CEF-39BF-47C2-84BA-42F797EF1660}" type="sibTrans" cxnId="{41A70D9E-E91A-41B3-815C-C8C179DEEA89}">
      <dgm:prSet/>
      <dgm:spPr/>
      <dgm:t>
        <a:bodyPr/>
        <a:lstStyle/>
        <a:p>
          <a:endParaRPr lang="en-US"/>
        </a:p>
      </dgm:t>
    </dgm:pt>
    <dgm:pt modelId="{5228B6B6-319E-4626-99FD-05A725AA8C26}">
      <dgm:prSet/>
      <dgm:spPr/>
      <dgm:t>
        <a:bodyPr/>
        <a:lstStyle/>
        <a:p>
          <a:r>
            <a:rPr lang="en-US" baseline="0"/>
            <a:t>• Divide and Conquer</a:t>
          </a:r>
          <a:endParaRPr lang="en-US"/>
        </a:p>
      </dgm:t>
    </dgm:pt>
    <dgm:pt modelId="{B9B03553-2959-4C98-9711-2AA95C9DAE96}" type="parTrans" cxnId="{0DC72441-863A-42BA-9780-EF5EACF2743A}">
      <dgm:prSet/>
      <dgm:spPr/>
      <dgm:t>
        <a:bodyPr/>
        <a:lstStyle/>
        <a:p>
          <a:endParaRPr lang="en-US"/>
        </a:p>
      </dgm:t>
    </dgm:pt>
    <dgm:pt modelId="{15B4CD86-DE5C-433D-8992-B9C30092CAB3}" type="sibTrans" cxnId="{0DC72441-863A-42BA-9780-EF5EACF2743A}">
      <dgm:prSet/>
      <dgm:spPr/>
      <dgm:t>
        <a:bodyPr/>
        <a:lstStyle/>
        <a:p>
          <a:endParaRPr lang="en-US"/>
        </a:p>
      </dgm:t>
    </dgm:pt>
    <dgm:pt modelId="{1ABDE3BF-3325-400A-9CAE-8555BFD55C04}">
      <dgm:prSet/>
      <dgm:spPr/>
      <dgm:t>
        <a:bodyPr/>
        <a:lstStyle/>
        <a:p>
          <a:r>
            <a:rPr lang="en-US" baseline="0"/>
            <a:t>Decision tree induction; Rule learning </a:t>
          </a:r>
          <a:endParaRPr lang="en-US"/>
        </a:p>
      </dgm:t>
    </dgm:pt>
    <dgm:pt modelId="{25BB8A73-AA85-4A01-9D8E-B722F1DF88D7}" type="parTrans" cxnId="{FB39802B-FC3F-4C96-B4C3-A2EBC3EDA9C2}">
      <dgm:prSet/>
      <dgm:spPr/>
      <dgm:t>
        <a:bodyPr/>
        <a:lstStyle/>
        <a:p>
          <a:endParaRPr lang="en-US"/>
        </a:p>
      </dgm:t>
    </dgm:pt>
    <dgm:pt modelId="{108A01DC-77D5-4EAE-9F89-EE658043DF72}" type="sibTrans" cxnId="{FB39802B-FC3F-4C96-B4C3-A2EBC3EDA9C2}">
      <dgm:prSet/>
      <dgm:spPr/>
      <dgm:t>
        <a:bodyPr/>
        <a:lstStyle/>
        <a:p>
          <a:endParaRPr lang="en-US"/>
        </a:p>
      </dgm:t>
    </dgm:pt>
    <dgm:pt modelId="{0529E5C6-51C1-454D-87D5-95007F8FA0F2}">
      <dgm:prSet/>
      <dgm:spPr/>
      <dgm:t>
        <a:bodyPr/>
        <a:lstStyle/>
        <a:p>
          <a:r>
            <a:rPr lang="en-US" baseline="0"/>
            <a:t>• Evolutionary Computation </a:t>
          </a:r>
          <a:endParaRPr lang="en-US"/>
        </a:p>
      </dgm:t>
    </dgm:pt>
    <dgm:pt modelId="{3D6B9BB4-D890-4DFF-94D4-7C36A5D91FDE}" type="parTrans" cxnId="{57DA0715-6F95-46E5-821A-4A0D1EC83A0A}">
      <dgm:prSet/>
      <dgm:spPr/>
      <dgm:t>
        <a:bodyPr/>
        <a:lstStyle/>
        <a:p>
          <a:endParaRPr lang="en-US"/>
        </a:p>
      </dgm:t>
    </dgm:pt>
    <dgm:pt modelId="{2DEB0DA3-AAC8-4F39-A044-338F4ECFED01}" type="sibTrans" cxnId="{57DA0715-6F95-46E5-821A-4A0D1EC83A0A}">
      <dgm:prSet/>
      <dgm:spPr/>
      <dgm:t>
        <a:bodyPr/>
        <a:lstStyle/>
        <a:p>
          <a:endParaRPr lang="en-US"/>
        </a:p>
      </dgm:t>
    </dgm:pt>
    <dgm:pt modelId="{47AFDCA5-1206-4A91-ACD0-BCB00DC50BAC}">
      <dgm:prSet/>
      <dgm:spPr/>
      <dgm:t>
        <a:bodyPr/>
        <a:lstStyle/>
        <a:p>
          <a:r>
            <a:rPr lang="en-US" baseline="0"/>
            <a:t>Genetic Algorithms (GAs); Genetic Programming (GP); Neuro-evolution</a:t>
          </a:r>
          <a:endParaRPr lang="en-US"/>
        </a:p>
      </dgm:t>
    </dgm:pt>
    <dgm:pt modelId="{7A4C1A89-186F-4B45-B432-B02D5CDF571C}" type="parTrans" cxnId="{524481D1-FA4A-4622-A9D8-2A1EEC37475A}">
      <dgm:prSet/>
      <dgm:spPr/>
      <dgm:t>
        <a:bodyPr/>
        <a:lstStyle/>
        <a:p>
          <a:endParaRPr lang="en-US"/>
        </a:p>
      </dgm:t>
    </dgm:pt>
    <dgm:pt modelId="{A8E43AA1-3701-453A-8814-4876828BBDD2}" type="sibTrans" cxnId="{524481D1-FA4A-4622-A9D8-2A1EEC37475A}">
      <dgm:prSet/>
      <dgm:spPr/>
      <dgm:t>
        <a:bodyPr/>
        <a:lstStyle/>
        <a:p>
          <a:endParaRPr lang="en-US"/>
        </a:p>
      </dgm:t>
    </dgm:pt>
    <dgm:pt modelId="{434361BC-4210-6048-86BF-E76C0C40153E}" type="pres">
      <dgm:prSet presAssocID="{5133CE86-C923-4312-A7A4-58765556908E}" presName="linear" presStyleCnt="0">
        <dgm:presLayoutVars>
          <dgm:animLvl val="lvl"/>
          <dgm:resizeHandles val="exact"/>
        </dgm:presLayoutVars>
      </dgm:prSet>
      <dgm:spPr/>
    </dgm:pt>
    <dgm:pt modelId="{38005AD9-72A7-4542-BFEF-AA671DF0BB62}" type="pres">
      <dgm:prSet presAssocID="{6A36DAC7-5DCE-4B0A-92C9-B8A8254E9C0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B1002AC-6D6A-D940-A876-78788B7853C3}" type="pres">
      <dgm:prSet presAssocID="{6A36DAC7-5DCE-4B0A-92C9-B8A8254E9C01}" presName="childText" presStyleLbl="revTx" presStyleIdx="0" presStyleCnt="4">
        <dgm:presLayoutVars>
          <dgm:bulletEnabled val="1"/>
        </dgm:presLayoutVars>
      </dgm:prSet>
      <dgm:spPr/>
    </dgm:pt>
    <dgm:pt modelId="{7CCEF9C9-918A-C94E-870E-F470306E4FD1}" type="pres">
      <dgm:prSet presAssocID="{88146355-E327-4EA9-BEC0-EEDF646EE20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472E90D-1B2C-A243-8F80-3A913CF0CD38}" type="pres">
      <dgm:prSet presAssocID="{88146355-E327-4EA9-BEC0-EEDF646EE20E}" presName="childText" presStyleLbl="revTx" presStyleIdx="1" presStyleCnt="4">
        <dgm:presLayoutVars>
          <dgm:bulletEnabled val="1"/>
        </dgm:presLayoutVars>
      </dgm:prSet>
      <dgm:spPr/>
    </dgm:pt>
    <dgm:pt modelId="{72A45405-B602-A543-A1AD-B9E07A7F458C}" type="pres">
      <dgm:prSet presAssocID="{5228B6B6-319E-4626-99FD-05A725AA8C2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52A91E-4D44-C249-AF47-084C85D34118}" type="pres">
      <dgm:prSet presAssocID="{5228B6B6-319E-4626-99FD-05A725AA8C26}" presName="childText" presStyleLbl="revTx" presStyleIdx="2" presStyleCnt="4">
        <dgm:presLayoutVars>
          <dgm:bulletEnabled val="1"/>
        </dgm:presLayoutVars>
      </dgm:prSet>
      <dgm:spPr/>
    </dgm:pt>
    <dgm:pt modelId="{E33AB6DE-B880-EC45-A032-D3E2D301330C}" type="pres">
      <dgm:prSet presAssocID="{0529E5C6-51C1-454D-87D5-95007F8FA0F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B516CE2-C00D-1B4F-B88D-AB08F1A607AF}" type="pres">
      <dgm:prSet presAssocID="{0529E5C6-51C1-454D-87D5-95007F8FA0F2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2C004805-E0F8-C44B-B4B4-2BF378809BA7}" type="presOf" srcId="{47AFDCA5-1206-4A91-ACD0-BCB00DC50BAC}" destId="{EB516CE2-C00D-1B4F-B88D-AB08F1A607AF}" srcOrd="0" destOrd="0" presId="urn:microsoft.com/office/officeart/2005/8/layout/vList2"/>
    <dgm:cxn modelId="{57DA0715-6F95-46E5-821A-4A0D1EC83A0A}" srcId="{5133CE86-C923-4312-A7A4-58765556908E}" destId="{0529E5C6-51C1-454D-87D5-95007F8FA0F2}" srcOrd="3" destOrd="0" parTransId="{3D6B9BB4-D890-4DFF-94D4-7C36A5D91FDE}" sibTransId="{2DEB0DA3-AAC8-4F39-A044-338F4ECFED01}"/>
    <dgm:cxn modelId="{FB39802B-FC3F-4C96-B4C3-A2EBC3EDA9C2}" srcId="{5228B6B6-319E-4626-99FD-05A725AA8C26}" destId="{1ABDE3BF-3325-400A-9CAE-8555BFD55C04}" srcOrd="0" destOrd="0" parTransId="{25BB8A73-AA85-4A01-9D8E-B722F1DF88D7}" sibTransId="{108A01DC-77D5-4EAE-9F89-EE658043DF72}"/>
    <dgm:cxn modelId="{A38A8C31-8AE2-664C-87AD-4497E4555EEE}" type="presOf" srcId="{5228B6B6-319E-4626-99FD-05A725AA8C26}" destId="{72A45405-B602-A543-A1AD-B9E07A7F458C}" srcOrd="0" destOrd="0" presId="urn:microsoft.com/office/officeart/2005/8/layout/vList2"/>
    <dgm:cxn modelId="{0DC72441-863A-42BA-9780-EF5EACF2743A}" srcId="{5133CE86-C923-4312-A7A4-58765556908E}" destId="{5228B6B6-319E-4626-99FD-05A725AA8C26}" srcOrd="2" destOrd="0" parTransId="{B9B03553-2959-4C98-9711-2AA95C9DAE96}" sibTransId="{15B4CD86-DE5C-433D-8992-B9C30092CAB3}"/>
    <dgm:cxn modelId="{1C1A8553-5F93-A44A-97AB-22C21E629869}" type="presOf" srcId="{1ABDE3BF-3325-400A-9CAE-8555BFD55C04}" destId="{B952A91E-4D44-C249-AF47-084C85D34118}" srcOrd="0" destOrd="0" presId="urn:microsoft.com/office/officeart/2005/8/layout/vList2"/>
    <dgm:cxn modelId="{399AD677-C1A0-4293-9C6C-F2FBB2E54B81}" srcId="{5133CE86-C923-4312-A7A4-58765556908E}" destId="{6A36DAC7-5DCE-4B0A-92C9-B8A8254E9C01}" srcOrd="0" destOrd="0" parTransId="{F23F5EF2-85E9-4341-8148-82A7C18ADB9E}" sibTransId="{F94C73CF-8DAF-4AA4-8481-0A9D1CC0EAD8}"/>
    <dgm:cxn modelId="{8D37D57E-3FB1-1D4F-B776-7BD946B29794}" type="presOf" srcId="{88146355-E327-4EA9-BEC0-EEDF646EE20E}" destId="{7CCEF9C9-918A-C94E-870E-F470306E4FD1}" srcOrd="0" destOrd="0" presId="urn:microsoft.com/office/officeart/2005/8/layout/vList2"/>
    <dgm:cxn modelId="{6E98668C-210B-1548-9CC9-D6BC0EFE1EE9}" type="presOf" srcId="{5133CE86-C923-4312-A7A4-58765556908E}" destId="{434361BC-4210-6048-86BF-E76C0C40153E}" srcOrd="0" destOrd="0" presId="urn:microsoft.com/office/officeart/2005/8/layout/vList2"/>
    <dgm:cxn modelId="{DB832C8E-525D-49FF-A80E-AD5BF256EAFD}" srcId="{6A36DAC7-5DCE-4B0A-92C9-B8A8254E9C01}" destId="{5A64C705-4B7E-41D1-8D77-FD8127E92118}" srcOrd="0" destOrd="0" parTransId="{6C9A8BE6-8EF6-45BD-9FA1-AB9682618B89}" sibTransId="{B615A3BA-0E5C-475B-87FC-83B3BA9A2EE5}"/>
    <dgm:cxn modelId="{41A70D9E-E91A-41B3-815C-C8C179DEEA89}" srcId="{88146355-E327-4EA9-BEC0-EEDF646EE20E}" destId="{5EEBEA1E-DB91-41E2-AD9E-688BF0D6F2BF}" srcOrd="0" destOrd="0" parTransId="{2FCDAE93-D90D-4C21-B0B1-3F59EBF463FE}" sibTransId="{753C5CEF-39BF-47C2-84BA-42F797EF1660}"/>
    <dgm:cxn modelId="{CB1F47A0-4F9E-0343-B61B-15ED5C29BFA5}" type="presOf" srcId="{0529E5C6-51C1-454D-87D5-95007F8FA0F2}" destId="{E33AB6DE-B880-EC45-A032-D3E2D301330C}" srcOrd="0" destOrd="0" presId="urn:microsoft.com/office/officeart/2005/8/layout/vList2"/>
    <dgm:cxn modelId="{83F3F4AF-8D6C-DC49-8959-EC6B2D535E9C}" type="presOf" srcId="{6A36DAC7-5DCE-4B0A-92C9-B8A8254E9C01}" destId="{38005AD9-72A7-4542-BFEF-AA671DF0BB62}" srcOrd="0" destOrd="0" presId="urn:microsoft.com/office/officeart/2005/8/layout/vList2"/>
    <dgm:cxn modelId="{524481D1-FA4A-4622-A9D8-2A1EEC37475A}" srcId="{0529E5C6-51C1-454D-87D5-95007F8FA0F2}" destId="{47AFDCA5-1206-4A91-ACD0-BCB00DC50BAC}" srcOrd="0" destOrd="0" parTransId="{7A4C1A89-186F-4B45-B432-B02D5CDF571C}" sibTransId="{A8E43AA1-3701-453A-8814-4876828BBDD2}"/>
    <dgm:cxn modelId="{0491F9D9-678A-4163-A348-0861980B3D9C}" srcId="{5133CE86-C923-4312-A7A4-58765556908E}" destId="{88146355-E327-4EA9-BEC0-EEDF646EE20E}" srcOrd="1" destOrd="0" parTransId="{6E9A9F51-3096-485A-AE12-DD1B7C7D86C2}" sibTransId="{8BD2A1C8-C077-4CA2-809B-EFFCE65B9E1A}"/>
    <dgm:cxn modelId="{79D4ABDC-E101-1A46-93F4-C587CBAB4238}" type="presOf" srcId="{5EEBEA1E-DB91-41E2-AD9E-688BF0D6F2BF}" destId="{3472E90D-1B2C-A243-8F80-3A913CF0CD38}" srcOrd="0" destOrd="0" presId="urn:microsoft.com/office/officeart/2005/8/layout/vList2"/>
    <dgm:cxn modelId="{669128EE-C3FB-0A45-8AB1-300D7A7229E1}" type="presOf" srcId="{5A64C705-4B7E-41D1-8D77-FD8127E92118}" destId="{0B1002AC-6D6A-D940-A876-78788B7853C3}" srcOrd="0" destOrd="0" presId="urn:microsoft.com/office/officeart/2005/8/layout/vList2"/>
    <dgm:cxn modelId="{8E651B63-9BF1-F74A-994D-81EC68269447}" type="presParOf" srcId="{434361BC-4210-6048-86BF-E76C0C40153E}" destId="{38005AD9-72A7-4542-BFEF-AA671DF0BB62}" srcOrd="0" destOrd="0" presId="urn:microsoft.com/office/officeart/2005/8/layout/vList2"/>
    <dgm:cxn modelId="{C3E1F564-196C-7443-B829-C249AD10EBA5}" type="presParOf" srcId="{434361BC-4210-6048-86BF-E76C0C40153E}" destId="{0B1002AC-6D6A-D940-A876-78788B7853C3}" srcOrd="1" destOrd="0" presId="urn:microsoft.com/office/officeart/2005/8/layout/vList2"/>
    <dgm:cxn modelId="{09FF0495-4E8D-424B-A633-4E2CD8533FE8}" type="presParOf" srcId="{434361BC-4210-6048-86BF-E76C0C40153E}" destId="{7CCEF9C9-918A-C94E-870E-F470306E4FD1}" srcOrd="2" destOrd="0" presId="urn:microsoft.com/office/officeart/2005/8/layout/vList2"/>
    <dgm:cxn modelId="{A9FE01DC-9E3B-1746-ADBA-348E7F009FF2}" type="presParOf" srcId="{434361BC-4210-6048-86BF-E76C0C40153E}" destId="{3472E90D-1B2C-A243-8F80-3A913CF0CD38}" srcOrd="3" destOrd="0" presId="urn:microsoft.com/office/officeart/2005/8/layout/vList2"/>
    <dgm:cxn modelId="{B6B3AD9E-B9DF-5942-9599-6905C50BA51C}" type="presParOf" srcId="{434361BC-4210-6048-86BF-E76C0C40153E}" destId="{72A45405-B602-A543-A1AD-B9E07A7F458C}" srcOrd="4" destOrd="0" presId="urn:microsoft.com/office/officeart/2005/8/layout/vList2"/>
    <dgm:cxn modelId="{F7121F93-67D1-2345-B463-B514D8779285}" type="presParOf" srcId="{434361BC-4210-6048-86BF-E76C0C40153E}" destId="{B952A91E-4D44-C249-AF47-084C85D34118}" srcOrd="5" destOrd="0" presId="urn:microsoft.com/office/officeart/2005/8/layout/vList2"/>
    <dgm:cxn modelId="{34F461A1-5B93-454E-B2F2-61A829362D56}" type="presParOf" srcId="{434361BC-4210-6048-86BF-E76C0C40153E}" destId="{E33AB6DE-B880-EC45-A032-D3E2D301330C}" srcOrd="6" destOrd="0" presId="urn:microsoft.com/office/officeart/2005/8/layout/vList2"/>
    <dgm:cxn modelId="{27A4DFA1-CCA7-E740-B091-AE8118BDE3C8}" type="presParOf" srcId="{434361BC-4210-6048-86BF-E76C0C40153E}" destId="{EB516CE2-C00D-1B4F-B88D-AB08F1A607AF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03545E0-959B-4759-B04D-E11FED76CD0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FA33376-1799-4BC4-A1EA-F6C5E59DC1EF}">
      <dgm:prSet/>
      <dgm:spPr/>
      <dgm:t>
        <a:bodyPr/>
        <a:lstStyle/>
        <a:p>
          <a:r>
            <a:rPr lang="en-US" baseline="0"/>
            <a:t>Accuracy </a:t>
          </a:r>
          <a:endParaRPr lang="en-US"/>
        </a:p>
      </dgm:t>
    </dgm:pt>
    <dgm:pt modelId="{B552CB63-3FBE-474D-BA9D-7F02A5E14807}" type="parTrans" cxnId="{D3776C37-5D26-4EB8-B18C-70A428D465AA}">
      <dgm:prSet/>
      <dgm:spPr/>
      <dgm:t>
        <a:bodyPr/>
        <a:lstStyle/>
        <a:p>
          <a:endParaRPr lang="en-US"/>
        </a:p>
      </dgm:t>
    </dgm:pt>
    <dgm:pt modelId="{06AFDA87-07AC-40DB-BDFC-96AFED156BBF}" type="sibTrans" cxnId="{D3776C37-5D26-4EB8-B18C-70A428D465AA}">
      <dgm:prSet/>
      <dgm:spPr/>
      <dgm:t>
        <a:bodyPr/>
        <a:lstStyle/>
        <a:p>
          <a:endParaRPr lang="en-US"/>
        </a:p>
      </dgm:t>
    </dgm:pt>
    <dgm:pt modelId="{2CD81094-79CA-4A53-AB31-C5A9EAA36993}">
      <dgm:prSet/>
      <dgm:spPr/>
      <dgm:t>
        <a:bodyPr/>
        <a:lstStyle/>
        <a:p>
          <a:r>
            <a:rPr lang="en-US" baseline="0"/>
            <a:t>• Precision and recall </a:t>
          </a:r>
          <a:endParaRPr lang="en-US"/>
        </a:p>
      </dgm:t>
    </dgm:pt>
    <dgm:pt modelId="{71E36D72-B0F4-4FED-9AC3-3C2D16954049}" type="parTrans" cxnId="{6B1E01BB-B4D4-4468-A69A-841D0A75C6B9}">
      <dgm:prSet/>
      <dgm:spPr/>
      <dgm:t>
        <a:bodyPr/>
        <a:lstStyle/>
        <a:p>
          <a:endParaRPr lang="en-US"/>
        </a:p>
      </dgm:t>
    </dgm:pt>
    <dgm:pt modelId="{2AD8E2CD-87A0-4002-9C49-BE909FCEC4D1}" type="sibTrans" cxnId="{6B1E01BB-B4D4-4468-A69A-841D0A75C6B9}">
      <dgm:prSet/>
      <dgm:spPr/>
      <dgm:t>
        <a:bodyPr/>
        <a:lstStyle/>
        <a:p>
          <a:endParaRPr lang="en-US"/>
        </a:p>
      </dgm:t>
    </dgm:pt>
    <dgm:pt modelId="{3E1791DA-210B-4966-B89E-428BCC41C9D5}">
      <dgm:prSet/>
      <dgm:spPr/>
      <dgm:t>
        <a:bodyPr/>
        <a:lstStyle/>
        <a:p>
          <a:r>
            <a:rPr lang="en-US" baseline="0"/>
            <a:t>• Squared error </a:t>
          </a:r>
          <a:endParaRPr lang="en-US"/>
        </a:p>
      </dgm:t>
    </dgm:pt>
    <dgm:pt modelId="{E63DA913-AD59-4358-A95C-338D6031B0D3}" type="parTrans" cxnId="{62A31F5A-B15A-4715-A963-179EDEDF3BF2}">
      <dgm:prSet/>
      <dgm:spPr/>
      <dgm:t>
        <a:bodyPr/>
        <a:lstStyle/>
        <a:p>
          <a:endParaRPr lang="en-US"/>
        </a:p>
      </dgm:t>
    </dgm:pt>
    <dgm:pt modelId="{5D6F8110-0133-4D20-AE5F-2A4C6962D1C9}" type="sibTrans" cxnId="{62A31F5A-B15A-4715-A963-179EDEDF3BF2}">
      <dgm:prSet/>
      <dgm:spPr/>
      <dgm:t>
        <a:bodyPr/>
        <a:lstStyle/>
        <a:p>
          <a:endParaRPr lang="en-US"/>
        </a:p>
      </dgm:t>
    </dgm:pt>
    <dgm:pt modelId="{3D76AAEB-BAF1-4BC2-89BB-85616105E993}">
      <dgm:prSet/>
      <dgm:spPr/>
      <dgm:t>
        <a:bodyPr/>
        <a:lstStyle/>
        <a:p>
          <a:r>
            <a:rPr lang="en-US" baseline="0"/>
            <a:t>• Likelihood </a:t>
          </a:r>
          <a:endParaRPr lang="en-US"/>
        </a:p>
      </dgm:t>
    </dgm:pt>
    <dgm:pt modelId="{263EBA92-4180-4824-891F-1A0D8D413C25}" type="parTrans" cxnId="{7A156FA5-6286-4E41-897B-0886872A3CFA}">
      <dgm:prSet/>
      <dgm:spPr/>
      <dgm:t>
        <a:bodyPr/>
        <a:lstStyle/>
        <a:p>
          <a:endParaRPr lang="en-US"/>
        </a:p>
      </dgm:t>
    </dgm:pt>
    <dgm:pt modelId="{E99225D0-D438-4AE4-A306-B7607A26B5E7}" type="sibTrans" cxnId="{7A156FA5-6286-4E41-897B-0886872A3CFA}">
      <dgm:prSet/>
      <dgm:spPr/>
      <dgm:t>
        <a:bodyPr/>
        <a:lstStyle/>
        <a:p>
          <a:endParaRPr lang="en-US"/>
        </a:p>
      </dgm:t>
    </dgm:pt>
    <dgm:pt modelId="{E0ECA71A-AE93-43DC-A24D-1659E57BB7BF}">
      <dgm:prSet/>
      <dgm:spPr/>
      <dgm:t>
        <a:bodyPr/>
        <a:lstStyle/>
        <a:p>
          <a:r>
            <a:rPr lang="en-US" baseline="0"/>
            <a:t>• Posterior probability </a:t>
          </a:r>
          <a:endParaRPr lang="en-US"/>
        </a:p>
      </dgm:t>
    </dgm:pt>
    <dgm:pt modelId="{E9A7253F-D015-4794-AD00-4A54C0ADBBFC}" type="parTrans" cxnId="{E6455FD4-D5F1-4513-BFE8-90B8E449F7D9}">
      <dgm:prSet/>
      <dgm:spPr/>
      <dgm:t>
        <a:bodyPr/>
        <a:lstStyle/>
        <a:p>
          <a:endParaRPr lang="en-US"/>
        </a:p>
      </dgm:t>
    </dgm:pt>
    <dgm:pt modelId="{0BF67608-4266-4004-ABAF-BD94E09EBB0C}" type="sibTrans" cxnId="{E6455FD4-D5F1-4513-BFE8-90B8E449F7D9}">
      <dgm:prSet/>
      <dgm:spPr/>
      <dgm:t>
        <a:bodyPr/>
        <a:lstStyle/>
        <a:p>
          <a:endParaRPr lang="en-US"/>
        </a:p>
      </dgm:t>
    </dgm:pt>
    <dgm:pt modelId="{ACC3C8E0-6FCA-4354-BBED-7E72E8BD2B1F}">
      <dgm:prSet/>
      <dgm:spPr/>
      <dgm:t>
        <a:bodyPr/>
        <a:lstStyle/>
        <a:p>
          <a:r>
            <a:rPr lang="en-US" baseline="0"/>
            <a:t>• Cost / Utility </a:t>
          </a:r>
          <a:endParaRPr lang="en-US"/>
        </a:p>
      </dgm:t>
    </dgm:pt>
    <dgm:pt modelId="{C0342D7C-D8B2-435E-B403-E543575E35F6}" type="parTrans" cxnId="{602F99BC-717D-489D-A3A1-155165861048}">
      <dgm:prSet/>
      <dgm:spPr/>
      <dgm:t>
        <a:bodyPr/>
        <a:lstStyle/>
        <a:p>
          <a:endParaRPr lang="en-US"/>
        </a:p>
      </dgm:t>
    </dgm:pt>
    <dgm:pt modelId="{23202692-B0CE-43A9-BDC0-CE5EC230329F}" type="sibTrans" cxnId="{602F99BC-717D-489D-A3A1-155165861048}">
      <dgm:prSet/>
      <dgm:spPr/>
      <dgm:t>
        <a:bodyPr/>
        <a:lstStyle/>
        <a:p>
          <a:endParaRPr lang="en-US"/>
        </a:p>
      </dgm:t>
    </dgm:pt>
    <dgm:pt modelId="{5A5E2834-81D9-4C70-92A4-1F144F6C304C}">
      <dgm:prSet/>
      <dgm:spPr/>
      <dgm:t>
        <a:bodyPr/>
        <a:lstStyle/>
        <a:p>
          <a:r>
            <a:rPr lang="en-US" baseline="0"/>
            <a:t>• Margin </a:t>
          </a:r>
          <a:endParaRPr lang="en-US"/>
        </a:p>
      </dgm:t>
    </dgm:pt>
    <dgm:pt modelId="{D7EDEBD0-5A97-48DD-A384-6424CC530158}" type="parTrans" cxnId="{0000F763-9095-407E-AC7C-D437D2FBD965}">
      <dgm:prSet/>
      <dgm:spPr/>
      <dgm:t>
        <a:bodyPr/>
        <a:lstStyle/>
        <a:p>
          <a:endParaRPr lang="en-US"/>
        </a:p>
      </dgm:t>
    </dgm:pt>
    <dgm:pt modelId="{E65B1D30-AD73-467F-89E3-F43D5F42F32C}" type="sibTrans" cxnId="{0000F763-9095-407E-AC7C-D437D2FBD965}">
      <dgm:prSet/>
      <dgm:spPr/>
      <dgm:t>
        <a:bodyPr/>
        <a:lstStyle/>
        <a:p>
          <a:endParaRPr lang="en-US"/>
        </a:p>
      </dgm:t>
    </dgm:pt>
    <dgm:pt modelId="{EB7A78A1-A6FC-4B1C-825C-10607294EB89}">
      <dgm:prSet/>
      <dgm:spPr/>
      <dgm:t>
        <a:bodyPr/>
        <a:lstStyle/>
        <a:p>
          <a:r>
            <a:rPr lang="en-US" baseline="0"/>
            <a:t>• Entropy </a:t>
          </a:r>
          <a:endParaRPr lang="en-US"/>
        </a:p>
      </dgm:t>
    </dgm:pt>
    <dgm:pt modelId="{214E713B-6C00-4FA3-90C3-178379C3AB20}" type="parTrans" cxnId="{F725A55D-533D-41FC-A4B1-F23F613E1001}">
      <dgm:prSet/>
      <dgm:spPr/>
      <dgm:t>
        <a:bodyPr/>
        <a:lstStyle/>
        <a:p>
          <a:endParaRPr lang="en-US"/>
        </a:p>
      </dgm:t>
    </dgm:pt>
    <dgm:pt modelId="{FDDA7FF2-B77F-49AB-88CF-F43E122FFAB7}" type="sibTrans" cxnId="{F725A55D-533D-41FC-A4B1-F23F613E1001}">
      <dgm:prSet/>
      <dgm:spPr/>
      <dgm:t>
        <a:bodyPr/>
        <a:lstStyle/>
        <a:p>
          <a:endParaRPr lang="en-US"/>
        </a:p>
      </dgm:t>
    </dgm:pt>
    <dgm:pt modelId="{1FED5EFA-E416-4340-B573-E658AC3526FA}">
      <dgm:prSet/>
      <dgm:spPr/>
      <dgm:t>
        <a:bodyPr/>
        <a:lstStyle/>
        <a:p>
          <a:r>
            <a:rPr lang="en-US" baseline="0"/>
            <a:t>• K-L divergence</a:t>
          </a:r>
          <a:endParaRPr lang="en-US"/>
        </a:p>
      </dgm:t>
    </dgm:pt>
    <dgm:pt modelId="{8A7E7B54-169A-4D45-B41E-CE7D36D5ABB2}" type="parTrans" cxnId="{E85AB695-267C-4F2D-9811-3DF115F1176B}">
      <dgm:prSet/>
      <dgm:spPr/>
      <dgm:t>
        <a:bodyPr/>
        <a:lstStyle/>
        <a:p>
          <a:endParaRPr lang="en-US"/>
        </a:p>
      </dgm:t>
    </dgm:pt>
    <dgm:pt modelId="{D96EDA6D-1DBA-4311-983C-D3EDAD8D2628}" type="sibTrans" cxnId="{E85AB695-267C-4F2D-9811-3DF115F1176B}">
      <dgm:prSet/>
      <dgm:spPr/>
      <dgm:t>
        <a:bodyPr/>
        <a:lstStyle/>
        <a:p>
          <a:endParaRPr lang="en-US"/>
        </a:p>
      </dgm:t>
    </dgm:pt>
    <dgm:pt modelId="{65D40EF1-AFF7-3647-89F0-435896107BE2}" type="pres">
      <dgm:prSet presAssocID="{203545E0-959B-4759-B04D-E11FED76CD02}" presName="diagram" presStyleCnt="0">
        <dgm:presLayoutVars>
          <dgm:dir/>
          <dgm:resizeHandles val="exact"/>
        </dgm:presLayoutVars>
      </dgm:prSet>
      <dgm:spPr/>
    </dgm:pt>
    <dgm:pt modelId="{32ABD42D-9CF6-8645-9701-5C9156CA2BD9}" type="pres">
      <dgm:prSet presAssocID="{5FA33376-1799-4BC4-A1EA-F6C5E59DC1EF}" presName="node" presStyleLbl="node1" presStyleIdx="0" presStyleCnt="9">
        <dgm:presLayoutVars>
          <dgm:bulletEnabled val="1"/>
        </dgm:presLayoutVars>
      </dgm:prSet>
      <dgm:spPr/>
    </dgm:pt>
    <dgm:pt modelId="{100135CA-51E5-BE47-A541-82E4C478736B}" type="pres">
      <dgm:prSet presAssocID="{06AFDA87-07AC-40DB-BDFC-96AFED156BBF}" presName="sibTrans" presStyleCnt="0"/>
      <dgm:spPr/>
    </dgm:pt>
    <dgm:pt modelId="{D31149AB-BD09-3A4B-9BAC-6870233DCED8}" type="pres">
      <dgm:prSet presAssocID="{2CD81094-79CA-4A53-AB31-C5A9EAA36993}" presName="node" presStyleLbl="node1" presStyleIdx="1" presStyleCnt="9">
        <dgm:presLayoutVars>
          <dgm:bulletEnabled val="1"/>
        </dgm:presLayoutVars>
      </dgm:prSet>
      <dgm:spPr/>
    </dgm:pt>
    <dgm:pt modelId="{CF93A2F0-3B35-7848-BCC1-EA3840B1BF92}" type="pres">
      <dgm:prSet presAssocID="{2AD8E2CD-87A0-4002-9C49-BE909FCEC4D1}" presName="sibTrans" presStyleCnt="0"/>
      <dgm:spPr/>
    </dgm:pt>
    <dgm:pt modelId="{1208F895-2848-2A47-A783-74F47D789B36}" type="pres">
      <dgm:prSet presAssocID="{3E1791DA-210B-4966-B89E-428BCC41C9D5}" presName="node" presStyleLbl="node1" presStyleIdx="2" presStyleCnt="9">
        <dgm:presLayoutVars>
          <dgm:bulletEnabled val="1"/>
        </dgm:presLayoutVars>
      </dgm:prSet>
      <dgm:spPr/>
    </dgm:pt>
    <dgm:pt modelId="{736BD31F-1FA3-6C42-B4CE-1BDF952E0C36}" type="pres">
      <dgm:prSet presAssocID="{5D6F8110-0133-4D20-AE5F-2A4C6962D1C9}" presName="sibTrans" presStyleCnt="0"/>
      <dgm:spPr/>
    </dgm:pt>
    <dgm:pt modelId="{F6BE793C-60BE-5647-9B04-5830B82EF1F7}" type="pres">
      <dgm:prSet presAssocID="{3D76AAEB-BAF1-4BC2-89BB-85616105E993}" presName="node" presStyleLbl="node1" presStyleIdx="3" presStyleCnt="9">
        <dgm:presLayoutVars>
          <dgm:bulletEnabled val="1"/>
        </dgm:presLayoutVars>
      </dgm:prSet>
      <dgm:spPr/>
    </dgm:pt>
    <dgm:pt modelId="{BEA75038-6684-334C-A591-06DD6683186F}" type="pres">
      <dgm:prSet presAssocID="{E99225D0-D438-4AE4-A306-B7607A26B5E7}" presName="sibTrans" presStyleCnt="0"/>
      <dgm:spPr/>
    </dgm:pt>
    <dgm:pt modelId="{849CA15E-4275-5A46-A26B-4BBBCDB4086B}" type="pres">
      <dgm:prSet presAssocID="{E0ECA71A-AE93-43DC-A24D-1659E57BB7BF}" presName="node" presStyleLbl="node1" presStyleIdx="4" presStyleCnt="9">
        <dgm:presLayoutVars>
          <dgm:bulletEnabled val="1"/>
        </dgm:presLayoutVars>
      </dgm:prSet>
      <dgm:spPr/>
    </dgm:pt>
    <dgm:pt modelId="{7FFD0317-3729-D64D-80CE-F7F0B847DA4A}" type="pres">
      <dgm:prSet presAssocID="{0BF67608-4266-4004-ABAF-BD94E09EBB0C}" presName="sibTrans" presStyleCnt="0"/>
      <dgm:spPr/>
    </dgm:pt>
    <dgm:pt modelId="{BA6B5692-30A2-1F4D-87F4-31626D730905}" type="pres">
      <dgm:prSet presAssocID="{ACC3C8E0-6FCA-4354-BBED-7E72E8BD2B1F}" presName="node" presStyleLbl="node1" presStyleIdx="5" presStyleCnt="9">
        <dgm:presLayoutVars>
          <dgm:bulletEnabled val="1"/>
        </dgm:presLayoutVars>
      </dgm:prSet>
      <dgm:spPr/>
    </dgm:pt>
    <dgm:pt modelId="{C0C100FF-17BD-074C-806B-4EB2190F8927}" type="pres">
      <dgm:prSet presAssocID="{23202692-B0CE-43A9-BDC0-CE5EC230329F}" presName="sibTrans" presStyleCnt="0"/>
      <dgm:spPr/>
    </dgm:pt>
    <dgm:pt modelId="{C212299D-87F8-D843-9755-C690CF16EDED}" type="pres">
      <dgm:prSet presAssocID="{5A5E2834-81D9-4C70-92A4-1F144F6C304C}" presName="node" presStyleLbl="node1" presStyleIdx="6" presStyleCnt="9">
        <dgm:presLayoutVars>
          <dgm:bulletEnabled val="1"/>
        </dgm:presLayoutVars>
      </dgm:prSet>
      <dgm:spPr/>
    </dgm:pt>
    <dgm:pt modelId="{3269F38F-D348-7648-9E9F-FCEF5F89C79E}" type="pres">
      <dgm:prSet presAssocID="{E65B1D30-AD73-467F-89E3-F43D5F42F32C}" presName="sibTrans" presStyleCnt="0"/>
      <dgm:spPr/>
    </dgm:pt>
    <dgm:pt modelId="{675AE23F-BA9F-F54F-A273-F28660584BF2}" type="pres">
      <dgm:prSet presAssocID="{EB7A78A1-A6FC-4B1C-825C-10607294EB89}" presName="node" presStyleLbl="node1" presStyleIdx="7" presStyleCnt="9">
        <dgm:presLayoutVars>
          <dgm:bulletEnabled val="1"/>
        </dgm:presLayoutVars>
      </dgm:prSet>
      <dgm:spPr/>
    </dgm:pt>
    <dgm:pt modelId="{A72D0C21-E40D-834D-97C0-0D0A75B6EFB8}" type="pres">
      <dgm:prSet presAssocID="{FDDA7FF2-B77F-49AB-88CF-F43E122FFAB7}" presName="sibTrans" presStyleCnt="0"/>
      <dgm:spPr/>
    </dgm:pt>
    <dgm:pt modelId="{E27F5195-7270-9A44-9420-73858838F0AD}" type="pres">
      <dgm:prSet presAssocID="{1FED5EFA-E416-4340-B573-E658AC3526FA}" presName="node" presStyleLbl="node1" presStyleIdx="8" presStyleCnt="9">
        <dgm:presLayoutVars>
          <dgm:bulletEnabled val="1"/>
        </dgm:presLayoutVars>
      </dgm:prSet>
      <dgm:spPr/>
    </dgm:pt>
  </dgm:ptLst>
  <dgm:cxnLst>
    <dgm:cxn modelId="{347C2D25-898E-B64A-887A-7CE3446E5663}" type="presOf" srcId="{203545E0-959B-4759-B04D-E11FED76CD02}" destId="{65D40EF1-AFF7-3647-89F0-435896107BE2}" srcOrd="0" destOrd="0" presId="urn:microsoft.com/office/officeart/2005/8/layout/default"/>
    <dgm:cxn modelId="{D3776C37-5D26-4EB8-B18C-70A428D465AA}" srcId="{203545E0-959B-4759-B04D-E11FED76CD02}" destId="{5FA33376-1799-4BC4-A1EA-F6C5E59DC1EF}" srcOrd="0" destOrd="0" parTransId="{B552CB63-3FBE-474D-BA9D-7F02A5E14807}" sibTransId="{06AFDA87-07AC-40DB-BDFC-96AFED156BBF}"/>
    <dgm:cxn modelId="{90CAC937-0929-A44B-8A06-3825108663F1}" type="presOf" srcId="{5FA33376-1799-4BC4-A1EA-F6C5E59DC1EF}" destId="{32ABD42D-9CF6-8645-9701-5C9156CA2BD9}" srcOrd="0" destOrd="0" presId="urn:microsoft.com/office/officeart/2005/8/layout/default"/>
    <dgm:cxn modelId="{62A31F5A-B15A-4715-A963-179EDEDF3BF2}" srcId="{203545E0-959B-4759-B04D-E11FED76CD02}" destId="{3E1791DA-210B-4966-B89E-428BCC41C9D5}" srcOrd="2" destOrd="0" parTransId="{E63DA913-AD59-4358-A95C-338D6031B0D3}" sibTransId="{5D6F8110-0133-4D20-AE5F-2A4C6962D1C9}"/>
    <dgm:cxn modelId="{85FF565D-B565-E842-AA2C-75A049E70F19}" type="presOf" srcId="{2CD81094-79CA-4A53-AB31-C5A9EAA36993}" destId="{D31149AB-BD09-3A4B-9BAC-6870233DCED8}" srcOrd="0" destOrd="0" presId="urn:microsoft.com/office/officeart/2005/8/layout/default"/>
    <dgm:cxn modelId="{F725A55D-533D-41FC-A4B1-F23F613E1001}" srcId="{203545E0-959B-4759-B04D-E11FED76CD02}" destId="{EB7A78A1-A6FC-4B1C-825C-10607294EB89}" srcOrd="7" destOrd="0" parTransId="{214E713B-6C00-4FA3-90C3-178379C3AB20}" sibTransId="{FDDA7FF2-B77F-49AB-88CF-F43E122FFAB7}"/>
    <dgm:cxn modelId="{0000F763-9095-407E-AC7C-D437D2FBD965}" srcId="{203545E0-959B-4759-B04D-E11FED76CD02}" destId="{5A5E2834-81D9-4C70-92A4-1F144F6C304C}" srcOrd="6" destOrd="0" parTransId="{D7EDEBD0-5A97-48DD-A384-6424CC530158}" sibTransId="{E65B1D30-AD73-467F-89E3-F43D5F42F32C}"/>
    <dgm:cxn modelId="{3EA80876-4AE5-534F-9973-08387E2A2073}" type="presOf" srcId="{ACC3C8E0-6FCA-4354-BBED-7E72E8BD2B1F}" destId="{BA6B5692-30A2-1F4D-87F4-31626D730905}" srcOrd="0" destOrd="0" presId="urn:microsoft.com/office/officeart/2005/8/layout/default"/>
    <dgm:cxn modelId="{98E07F80-7D94-154F-98B7-F576D04267E9}" type="presOf" srcId="{3D76AAEB-BAF1-4BC2-89BB-85616105E993}" destId="{F6BE793C-60BE-5647-9B04-5830B82EF1F7}" srcOrd="0" destOrd="0" presId="urn:microsoft.com/office/officeart/2005/8/layout/default"/>
    <dgm:cxn modelId="{E85AB695-267C-4F2D-9811-3DF115F1176B}" srcId="{203545E0-959B-4759-B04D-E11FED76CD02}" destId="{1FED5EFA-E416-4340-B573-E658AC3526FA}" srcOrd="8" destOrd="0" parTransId="{8A7E7B54-169A-4D45-B41E-CE7D36D5ABB2}" sibTransId="{D96EDA6D-1DBA-4311-983C-D3EDAD8D2628}"/>
    <dgm:cxn modelId="{7A156FA5-6286-4E41-897B-0886872A3CFA}" srcId="{203545E0-959B-4759-B04D-E11FED76CD02}" destId="{3D76AAEB-BAF1-4BC2-89BB-85616105E993}" srcOrd="3" destOrd="0" parTransId="{263EBA92-4180-4824-891F-1A0D8D413C25}" sibTransId="{E99225D0-D438-4AE4-A306-B7607A26B5E7}"/>
    <dgm:cxn modelId="{6B1E01BB-B4D4-4468-A69A-841D0A75C6B9}" srcId="{203545E0-959B-4759-B04D-E11FED76CD02}" destId="{2CD81094-79CA-4A53-AB31-C5A9EAA36993}" srcOrd="1" destOrd="0" parTransId="{71E36D72-B0F4-4FED-9AC3-3C2D16954049}" sibTransId="{2AD8E2CD-87A0-4002-9C49-BE909FCEC4D1}"/>
    <dgm:cxn modelId="{602F99BC-717D-489D-A3A1-155165861048}" srcId="{203545E0-959B-4759-B04D-E11FED76CD02}" destId="{ACC3C8E0-6FCA-4354-BBED-7E72E8BD2B1F}" srcOrd="5" destOrd="0" parTransId="{C0342D7C-D8B2-435E-B403-E543575E35F6}" sibTransId="{23202692-B0CE-43A9-BDC0-CE5EC230329F}"/>
    <dgm:cxn modelId="{0E8B74BD-1D61-FA49-98B0-554D7FE719D4}" type="presOf" srcId="{3E1791DA-210B-4966-B89E-428BCC41C9D5}" destId="{1208F895-2848-2A47-A783-74F47D789B36}" srcOrd="0" destOrd="0" presId="urn:microsoft.com/office/officeart/2005/8/layout/default"/>
    <dgm:cxn modelId="{901705D4-3410-854F-9E89-73B86FDD9913}" type="presOf" srcId="{EB7A78A1-A6FC-4B1C-825C-10607294EB89}" destId="{675AE23F-BA9F-F54F-A273-F28660584BF2}" srcOrd="0" destOrd="0" presId="urn:microsoft.com/office/officeart/2005/8/layout/default"/>
    <dgm:cxn modelId="{E6455FD4-D5F1-4513-BFE8-90B8E449F7D9}" srcId="{203545E0-959B-4759-B04D-E11FED76CD02}" destId="{E0ECA71A-AE93-43DC-A24D-1659E57BB7BF}" srcOrd="4" destOrd="0" parTransId="{E9A7253F-D015-4794-AD00-4A54C0ADBBFC}" sibTransId="{0BF67608-4266-4004-ABAF-BD94E09EBB0C}"/>
    <dgm:cxn modelId="{667D88DE-281F-774C-9884-B20D6E6C448A}" type="presOf" srcId="{E0ECA71A-AE93-43DC-A24D-1659E57BB7BF}" destId="{849CA15E-4275-5A46-A26B-4BBBCDB4086B}" srcOrd="0" destOrd="0" presId="urn:microsoft.com/office/officeart/2005/8/layout/default"/>
    <dgm:cxn modelId="{1C88F3E4-5072-3A42-9A52-084BFC927D70}" type="presOf" srcId="{5A5E2834-81D9-4C70-92A4-1F144F6C304C}" destId="{C212299D-87F8-D843-9755-C690CF16EDED}" srcOrd="0" destOrd="0" presId="urn:microsoft.com/office/officeart/2005/8/layout/default"/>
    <dgm:cxn modelId="{A1AC26F8-C7DE-8443-AC70-B00B8839546D}" type="presOf" srcId="{1FED5EFA-E416-4340-B573-E658AC3526FA}" destId="{E27F5195-7270-9A44-9420-73858838F0AD}" srcOrd="0" destOrd="0" presId="urn:microsoft.com/office/officeart/2005/8/layout/default"/>
    <dgm:cxn modelId="{3B6273FF-7BFD-9246-858C-FC02EB14832B}" type="presParOf" srcId="{65D40EF1-AFF7-3647-89F0-435896107BE2}" destId="{32ABD42D-9CF6-8645-9701-5C9156CA2BD9}" srcOrd="0" destOrd="0" presId="urn:microsoft.com/office/officeart/2005/8/layout/default"/>
    <dgm:cxn modelId="{DE5D7302-C704-4A4A-999B-F4D013A178E8}" type="presParOf" srcId="{65D40EF1-AFF7-3647-89F0-435896107BE2}" destId="{100135CA-51E5-BE47-A541-82E4C478736B}" srcOrd="1" destOrd="0" presId="urn:microsoft.com/office/officeart/2005/8/layout/default"/>
    <dgm:cxn modelId="{77ECE301-163A-8946-8181-B11697070347}" type="presParOf" srcId="{65D40EF1-AFF7-3647-89F0-435896107BE2}" destId="{D31149AB-BD09-3A4B-9BAC-6870233DCED8}" srcOrd="2" destOrd="0" presId="urn:microsoft.com/office/officeart/2005/8/layout/default"/>
    <dgm:cxn modelId="{BA20FF61-2DAB-2E45-BAFA-964ABD721D45}" type="presParOf" srcId="{65D40EF1-AFF7-3647-89F0-435896107BE2}" destId="{CF93A2F0-3B35-7848-BCC1-EA3840B1BF92}" srcOrd="3" destOrd="0" presId="urn:microsoft.com/office/officeart/2005/8/layout/default"/>
    <dgm:cxn modelId="{6C4C6B72-24BC-CB48-A777-98AAD10CA445}" type="presParOf" srcId="{65D40EF1-AFF7-3647-89F0-435896107BE2}" destId="{1208F895-2848-2A47-A783-74F47D789B36}" srcOrd="4" destOrd="0" presId="urn:microsoft.com/office/officeart/2005/8/layout/default"/>
    <dgm:cxn modelId="{01FAA210-EF90-7C44-B05B-FE49B4E251A1}" type="presParOf" srcId="{65D40EF1-AFF7-3647-89F0-435896107BE2}" destId="{736BD31F-1FA3-6C42-B4CE-1BDF952E0C36}" srcOrd="5" destOrd="0" presId="urn:microsoft.com/office/officeart/2005/8/layout/default"/>
    <dgm:cxn modelId="{4EBED43B-DDE7-A844-B9C6-51928E3741E8}" type="presParOf" srcId="{65D40EF1-AFF7-3647-89F0-435896107BE2}" destId="{F6BE793C-60BE-5647-9B04-5830B82EF1F7}" srcOrd="6" destOrd="0" presId="urn:microsoft.com/office/officeart/2005/8/layout/default"/>
    <dgm:cxn modelId="{7FA391F0-7F2C-B54B-9CA9-62B28B2EB9E4}" type="presParOf" srcId="{65D40EF1-AFF7-3647-89F0-435896107BE2}" destId="{BEA75038-6684-334C-A591-06DD6683186F}" srcOrd="7" destOrd="0" presId="urn:microsoft.com/office/officeart/2005/8/layout/default"/>
    <dgm:cxn modelId="{E46B5EA2-D32E-F948-A8E4-3C74F8DDC1F7}" type="presParOf" srcId="{65D40EF1-AFF7-3647-89F0-435896107BE2}" destId="{849CA15E-4275-5A46-A26B-4BBBCDB4086B}" srcOrd="8" destOrd="0" presId="urn:microsoft.com/office/officeart/2005/8/layout/default"/>
    <dgm:cxn modelId="{04DFC803-B890-9E4A-92B0-28148336E893}" type="presParOf" srcId="{65D40EF1-AFF7-3647-89F0-435896107BE2}" destId="{7FFD0317-3729-D64D-80CE-F7F0B847DA4A}" srcOrd="9" destOrd="0" presId="urn:microsoft.com/office/officeart/2005/8/layout/default"/>
    <dgm:cxn modelId="{AD2E0C68-D2AA-7945-AD54-FAB15434673B}" type="presParOf" srcId="{65D40EF1-AFF7-3647-89F0-435896107BE2}" destId="{BA6B5692-30A2-1F4D-87F4-31626D730905}" srcOrd="10" destOrd="0" presId="urn:microsoft.com/office/officeart/2005/8/layout/default"/>
    <dgm:cxn modelId="{E39B301E-DF7E-3040-8D67-6709E5FCE774}" type="presParOf" srcId="{65D40EF1-AFF7-3647-89F0-435896107BE2}" destId="{C0C100FF-17BD-074C-806B-4EB2190F8927}" srcOrd="11" destOrd="0" presId="urn:microsoft.com/office/officeart/2005/8/layout/default"/>
    <dgm:cxn modelId="{9B453DEF-9251-D24E-94D2-4142574E48B7}" type="presParOf" srcId="{65D40EF1-AFF7-3647-89F0-435896107BE2}" destId="{C212299D-87F8-D843-9755-C690CF16EDED}" srcOrd="12" destOrd="0" presId="urn:microsoft.com/office/officeart/2005/8/layout/default"/>
    <dgm:cxn modelId="{B2A1FE78-CC67-BE4D-B24D-697B1E395E39}" type="presParOf" srcId="{65D40EF1-AFF7-3647-89F0-435896107BE2}" destId="{3269F38F-D348-7648-9E9F-FCEF5F89C79E}" srcOrd="13" destOrd="0" presId="urn:microsoft.com/office/officeart/2005/8/layout/default"/>
    <dgm:cxn modelId="{44DBCF5B-0A09-984E-A23E-68567381E658}" type="presParOf" srcId="{65D40EF1-AFF7-3647-89F0-435896107BE2}" destId="{675AE23F-BA9F-F54F-A273-F28660584BF2}" srcOrd="14" destOrd="0" presId="urn:microsoft.com/office/officeart/2005/8/layout/default"/>
    <dgm:cxn modelId="{A0F008D5-41A8-2D4A-BC56-D81FF8989860}" type="presParOf" srcId="{65D40EF1-AFF7-3647-89F0-435896107BE2}" destId="{A72D0C21-E40D-834D-97C0-0D0A75B6EFB8}" srcOrd="15" destOrd="0" presId="urn:microsoft.com/office/officeart/2005/8/layout/default"/>
    <dgm:cxn modelId="{F76C2BC3-FE1F-C244-857E-B65D76FC688B}" type="presParOf" srcId="{65D40EF1-AFF7-3647-89F0-435896107BE2}" destId="{E27F5195-7270-9A44-9420-73858838F0AD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A3F3BC2-0CED-461E-9F05-288C35154EF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1B0C88-BB20-499F-83F1-FDBE05B828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Understand domain, prior knowledge, and goals </a:t>
          </a:r>
          <a:endParaRPr lang="en-US"/>
        </a:p>
      </dgm:t>
    </dgm:pt>
    <dgm:pt modelId="{4AA77D42-036B-47EC-A8D3-A48B744B9288}" type="parTrans" cxnId="{63086EFC-B27D-4A0F-A54C-6D4375170DFB}">
      <dgm:prSet/>
      <dgm:spPr/>
      <dgm:t>
        <a:bodyPr/>
        <a:lstStyle/>
        <a:p>
          <a:endParaRPr lang="en-US"/>
        </a:p>
      </dgm:t>
    </dgm:pt>
    <dgm:pt modelId="{A5BC0FE5-4199-4D27-BB17-644DFA212106}" type="sibTrans" cxnId="{63086EFC-B27D-4A0F-A54C-6D4375170DFB}">
      <dgm:prSet/>
      <dgm:spPr/>
      <dgm:t>
        <a:bodyPr/>
        <a:lstStyle/>
        <a:p>
          <a:endParaRPr lang="en-US"/>
        </a:p>
      </dgm:t>
    </dgm:pt>
    <dgm:pt modelId="{004AF970-FCF8-43B4-A535-C4F506B71D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Data integration, selection, cleaning, pre-processing, etc. </a:t>
          </a:r>
          <a:endParaRPr lang="en-US"/>
        </a:p>
      </dgm:t>
    </dgm:pt>
    <dgm:pt modelId="{CC0FDF38-CAFA-4BD9-B451-C269EA1CB335}" type="parTrans" cxnId="{3A67EDB1-ABE9-4DD2-943B-9B0867208E73}">
      <dgm:prSet/>
      <dgm:spPr/>
      <dgm:t>
        <a:bodyPr/>
        <a:lstStyle/>
        <a:p>
          <a:endParaRPr lang="en-US"/>
        </a:p>
      </dgm:t>
    </dgm:pt>
    <dgm:pt modelId="{ADFA4A45-4BE8-4A1E-AF72-388617C907BB}" type="sibTrans" cxnId="{3A67EDB1-ABE9-4DD2-943B-9B0867208E73}">
      <dgm:prSet/>
      <dgm:spPr/>
      <dgm:t>
        <a:bodyPr/>
        <a:lstStyle/>
        <a:p>
          <a:endParaRPr lang="en-US"/>
        </a:p>
      </dgm:t>
    </dgm:pt>
    <dgm:pt modelId="{9227A3EF-F6FE-49DA-816E-88B0E845A1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Learn models </a:t>
          </a:r>
          <a:endParaRPr lang="en-US"/>
        </a:p>
      </dgm:t>
    </dgm:pt>
    <dgm:pt modelId="{C0211105-E290-4E35-88F5-9875CA94063C}" type="parTrans" cxnId="{E5C107D8-27B3-4D37-9EA7-9A4AE51FF21F}">
      <dgm:prSet/>
      <dgm:spPr/>
      <dgm:t>
        <a:bodyPr/>
        <a:lstStyle/>
        <a:p>
          <a:endParaRPr lang="en-US"/>
        </a:p>
      </dgm:t>
    </dgm:pt>
    <dgm:pt modelId="{27BF3C9F-896F-4F00-A912-5B92C610A5B7}" type="sibTrans" cxnId="{E5C107D8-27B3-4D37-9EA7-9A4AE51FF21F}">
      <dgm:prSet/>
      <dgm:spPr/>
      <dgm:t>
        <a:bodyPr/>
        <a:lstStyle/>
        <a:p>
          <a:endParaRPr lang="en-US"/>
        </a:p>
      </dgm:t>
    </dgm:pt>
    <dgm:pt modelId="{B95F90E8-C64F-40BD-85CE-6D17D791BE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Interpret results </a:t>
          </a:r>
          <a:endParaRPr lang="en-US"/>
        </a:p>
      </dgm:t>
    </dgm:pt>
    <dgm:pt modelId="{CFB78AF3-B514-41B2-BE65-047C8256B4B0}" type="parTrans" cxnId="{3C66575E-127E-4FDC-8A52-6E373448907F}">
      <dgm:prSet/>
      <dgm:spPr/>
      <dgm:t>
        <a:bodyPr/>
        <a:lstStyle/>
        <a:p>
          <a:endParaRPr lang="en-US"/>
        </a:p>
      </dgm:t>
    </dgm:pt>
    <dgm:pt modelId="{62964123-790F-4E40-8174-6604387EC074}" type="sibTrans" cxnId="{3C66575E-127E-4FDC-8A52-6E373448907F}">
      <dgm:prSet/>
      <dgm:spPr/>
      <dgm:t>
        <a:bodyPr/>
        <a:lstStyle/>
        <a:p>
          <a:endParaRPr lang="en-US"/>
        </a:p>
      </dgm:t>
    </dgm:pt>
    <dgm:pt modelId="{C24092DB-CA96-48C6-9055-67B00AEE16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Consolidate and deploy discovered knowledge</a:t>
          </a:r>
          <a:endParaRPr lang="en-US"/>
        </a:p>
      </dgm:t>
    </dgm:pt>
    <dgm:pt modelId="{555F5A92-6EFF-4E07-BBA2-CC86BC0E372D}" type="parTrans" cxnId="{4EE9D26C-93E3-4C88-92F2-DE84DBAA9266}">
      <dgm:prSet/>
      <dgm:spPr/>
      <dgm:t>
        <a:bodyPr/>
        <a:lstStyle/>
        <a:p>
          <a:endParaRPr lang="en-US"/>
        </a:p>
      </dgm:t>
    </dgm:pt>
    <dgm:pt modelId="{1A604036-AC85-4547-B504-1456D4C9D3F3}" type="sibTrans" cxnId="{4EE9D26C-93E3-4C88-92F2-DE84DBAA9266}">
      <dgm:prSet/>
      <dgm:spPr/>
      <dgm:t>
        <a:bodyPr/>
        <a:lstStyle/>
        <a:p>
          <a:endParaRPr lang="en-US"/>
        </a:p>
      </dgm:t>
    </dgm:pt>
    <dgm:pt modelId="{8AE4288C-A8D2-4B3B-8003-E9825C856728}" type="pres">
      <dgm:prSet presAssocID="{8A3F3BC2-0CED-461E-9F05-288C35154EF1}" presName="root" presStyleCnt="0">
        <dgm:presLayoutVars>
          <dgm:dir/>
          <dgm:resizeHandles val="exact"/>
        </dgm:presLayoutVars>
      </dgm:prSet>
      <dgm:spPr/>
    </dgm:pt>
    <dgm:pt modelId="{2BB8353A-5F0E-4908-AC58-9467DE8C8EC2}" type="pres">
      <dgm:prSet presAssocID="{661B0C88-BB20-499F-83F1-FDBE05B828BB}" presName="compNode" presStyleCnt="0"/>
      <dgm:spPr/>
    </dgm:pt>
    <dgm:pt modelId="{B6A9C94F-1E47-4F5E-B948-F440F0DE45E5}" type="pres">
      <dgm:prSet presAssocID="{661B0C88-BB20-499F-83F1-FDBE05B828BB}" presName="bgRect" presStyleLbl="bgShp" presStyleIdx="0" presStyleCnt="5"/>
      <dgm:spPr/>
    </dgm:pt>
    <dgm:pt modelId="{A3B18D71-BA4B-47E4-865B-7FA9F526CB40}" type="pres">
      <dgm:prSet presAssocID="{661B0C88-BB20-499F-83F1-FDBE05B828B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7480444-2A99-4F4B-B8A2-31B551836320}" type="pres">
      <dgm:prSet presAssocID="{661B0C88-BB20-499F-83F1-FDBE05B828BB}" presName="spaceRect" presStyleCnt="0"/>
      <dgm:spPr/>
    </dgm:pt>
    <dgm:pt modelId="{1DC6BC78-DD73-4AF5-8352-CC7E96E73D27}" type="pres">
      <dgm:prSet presAssocID="{661B0C88-BB20-499F-83F1-FDBE05B828BB}" presName="parTx" presStyleLbl="revTx" presStyleIdx="0" presStyleCnt="5">
        <dgm:presLayoutVars>
          <dgm:chMax val="0"/>
          <dgm:chPref val="0"/>
        </dgm:presLayoutVars>
      </dgm:prSet>
      <dgm:spPr/>
    </dgm:pt>
    <dgm:pt modelId="{17D3A4F7-E28D-4EBD-B647-D4FCBBA59EEE}" type="pres">
      <dgm:prSet presAssocID="{A5BC0FE5-4199-4D27-BB17-644DFA212106}" presName="sibTrans" presStyleCnt="0"/>
      <dgm:spPr/>
    </dgm:pt>
    <dgm:pt modelId="{48E2C552-633D-4B61-8A6B-81F083F9A5A2}" type="pres">
      <dgm:prSet presAssocID="{004AF970-FCF8-43B4-A535-C4F506B71DB1}" presName="compNode" presStyleCnt="0"/>
      <dgm:spPr/>
    </dgm:pt>
    <dgm:pt modelId="{B2895788-7ABB-4EC0-AC48-33E1C12368B4}" type="pres">
      <dgm:prSet presAssocID="{004AF970-FCF8-43B4-A535-C4F506B71DB1}" presName="bgRect" presStyleLbl="bgShp" presStyleIdx="1" presStyleCnt="5"/>
      <dgm:spPr/>
    </dgm:pt>
    <dgm:pt modelId="{10D3F961-4BEE-4D5B-B911-126280731FF3}" type="pres">
      <dgm:prSet presAssocID="{004AF970-FCF8-43B4-A535-C4F506B71DB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B2BDD30D-9DD1-4937-99EF-515BD0F9563F}" type="pres">
      <dgm:prSet presAssocID="{004AF970-FCF8-43B4-A535-C4F506B71DB1}" presName="spaceRect" presStyleCnt="0"/>
      <dgm:spPr/>
    </dgm:pt>
    <dgm:pt modelId="{BF7C334B-5E27-41D5-9551-6BD244AEC6F9}" type="pres">
      <dgm:prSet presAssocID="{004AF970-FCF8-43B4-A535-C4F506B71DB1}" presName="parTx" presStyleLbl="revTx" presStyleIdx="1" presStyleCnt="5">
        <dgm:presLayoutVars>
          <dgm:chMax val="0"/>
          <dgm:chPref val="0"/>
        </dgm:presLayoutVars>
      </dgm:prSet>
      <dgm:spPr/>
    </dgm:pt>
    <dgm:pt modelId="{549AAEBA-4570-4D1B-8DDA-A458B5857694}" type="pres">
      <dgm:prSet presAssocID="{ADFA4A45-4BE8-4A1E-AF72-388617C907BB}" presName="sibTrans" presStyleCnt="0"/>
      <dgm:spPr/>
    </dgm:pt>
    <dgm:pt modelId="{22108617-2139-422F-BB05-43EEFDC34EA6}" type="pres">
      <dgm:prSet presAssocID="{9227A3EF-F6FE-49DA-816E-88B0E845A1B5}" presName="compNode" presStyleCnt="0"/>
      <dgm:spPr/>
    </dgm:pt>
    <dgm:pt modelId="{771F7652-66EC-4642-9C4E-73233E7D66FE}" type="pres">
      <dgm:prSet presAssocID="{9227A3EF-F6FE-49DA-816E-88B0E845A1B5}" presName="bgRect" presStyleLbl="bgShp" presStyleIdx="2" presStyleCnt="5"/>
      <dgm:spPr/>
    </dgm:pt>
    <dgm:pt modelId="{218AD440-509F-4269-BBBB-2DA71D820FA7}" type="pres">
      <dgm:prSet presAssocID="{9227A3EF-F6FE-49DA-816E-88B0E845A1B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F117463-AB0C-45A0-ACFC-21FAEFAE3B11}" type="pres">
      <dgm:prSet presAssocID="{9227A3EF-F6FE-49DA-816E-88B0E845A1B5}" presName="spaceRect" presStyleCnt="0"/>
      <dgm:spPr/>
    </dgm:pt>
    <dgm:pt modelId="{52A451A0-BC81-4A37-92D7-0C1C52E24FFA}" type="pres">
      <dgm:prSet presAssocID="{9227A3EF-F6FE-49DA-816E-88B0E845A1B5}" presName="parTx" presStyleLbl="revTx" presStyleIdx="2" presStyleCnt="5">
        <dgm:presLayoutVars>
          <dgm:chMax val="0"/>
          <dgm:chPref val="0"/>
        </dgm:presLayoutVars>
      </dgm:prSet>
      <dgm:spPr/>
    </dgm:pt>
    <dgm:pt modelId="{AF3A0B50-6D85-4427-BAD4-E5B09FE4F88F}" type="pres">
      <dgm:prSet presAssocID="{27BF3C9F-896F-4F00-A912-5B92C610A5B7}" presName="sibTrans" presStyleCnt="0"/>
      <dgm:spPr/>
    </dgm:pt>
    <dgm:pt modelId="{7BE2EF4F-478E-41CC-A684-FCF556059227}" type="pres">
      <dgm:prSet presAssocID="{B95F90E8-C64F-40BD-85CE-6D17D791BE51}" presName="compNode" presStyleCnt="0"/>
      <dgm:spPr/>
    </dgm:pt>
    <dgm:pt modelId="{1B8CCA1B-1BD0-40CB-9C79-8D013D119931}" type="pres">
      <dgm:prSet presAssocID="{B95F90E8-C64F-40BD-85CE-6D17D791BE51}" presName="bgRect" presStyleLbl="bgShp" presStyleIdx="3" presStyleCnt="5"/>
      <dgm:spPr/>
    </dgm:pt>
    <dgm:pt modelId="{2B60065A-B468-4D1E-A60C-13EC763116CF}" type="pres">
      <dgm:prSet presAssocID="{B95F90E8-C64F-40BD-85CE-6D17D791BE5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F514A16-EA5A-4C0F-AF67-EC65745D697C}" type="pres">
      <dgm:prSet presAssocID="{B95F90E8-C64F-40BD-85CE-6D17D791BE51}" presName="spaceRect" presStyleCnt="0"/>
      <dgm:spPr/>
    </dgm:pt>
    <dgm:pt modelId="{36AA6A05-1940-41A4-B4E0-8E8FCD486C48}" type="pres">
      <dgm:prSet presAssocID="{B95F90E8-C64F-40BD-85CE-6D17D791BE51}" presName="parTx" presStyleLbl="revTx" presStyleIdx="3" presStyleCnt="5">
        <dgm:presLayoutVars>
          <dgm:chMax val="0"/>
          <dgm:chPref val="0"/>
        </dgm:presLayoutVars>
      </dgm:prSet>
      <dgm:spPr/>
    </dgm:pt>
    <dgm:pt modelId="{062E12C8-911D-4266-826C-421673B7A338}" type="pres">
      <dgm:prSet presAssocID="{62964123-790F-4E40-8174-6604387EC074}" presName="sibTrans" presStyleCnt="0"/>
      <dgm:spPr/>
    </dgm:pt>
    <dgm:pt modelId="{4DC1B3B3-A69D-41EA-B9F3-1BCA67370DD9}" type="pres">
      <dgm:prSet presAssocID="{C24092DB-CA96-48C6-9055-67B00AEE166E}" presName="compNode" presStyleCnt="0"/>
      <dgm:spPr/>
    </dgm:pt>
    <dgm:pt modelId="{9FF33FA6-E33E-4EA1-A004-2F5359FE8A49}" type="pres">
      <dgm:prSet presAssocID="{C24092DB-CA96-48C6-9055-67B00AEE166E}" presName="bgRect" presStyleLbl="bgShp" presStyleIdx="4" presStyleCnt="5"/>
      <dgm:spPr/>
    </dgm:pt>
    <dgm:pt modelId="{5A837298-280D-4888-93D4-30D409680ED6}" type="pres">
      <dgm:prSet presAssocID="{C24092DB-CA96-48C6-9055-67B00AEE166E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EE88CF2-4CFB-4D47-B540-49522BD17874}" type="pres">
      <dgm:prSet presAssocID="{C24092DB-CA96-48C6-9055-67B00AEE166E}" presName="spaceRect" presStyleCnt="0"/>
      <dgm:spPr/>
    </dgm:pt>
    <dgm:pt modelId="{6F3B34F2-9EAA-4CCA-A126-97AE7DD717EC}" type="pres">
      <dgm:prSet presAssocID="{C24092DB-CA96-48C6-9055-67B00AEE166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380931B-AA1B-45A5-B6EC-918B0DF4B52F}" type="presOf" srcId="{8A3F3BC2-0CED-461E-9F05-288C35154EF1}" destId="{8AE4288C-A8D2-4B3B-8003-E9825C856728}" srcOrd="0" destOrd="0" presId="urn:microsoft.com/office/officeart/2018/2/layout/IconVerticalSolidList"/>
    <dgm:cxn modelId="{02CB354B-25A3-4A36-A5BD-AB3B2B377452}" type="presOf" srcId="{004AF970-FCF8-43B4-A535-C4F506B71DB1}" destId="{BF7C334B-5E27-41D5-9551-6BD244AEC6F9}" srcOrd="0" destOrd="0" presId="urn:microsoft.com/office/officeart/2018/2/layout/IconVerticalSolidList"/>
    <dgm:cxn modelId="{CF17995B-CD25-4271-9DD3-4B65DDF83A2B}" type="presOf" srcId="{B95F90E8-C64F-40BD-85CE-6D17D791BE51}" destId="{36AA6A05-1940-41A4-B4E0-8E8FCD486C48}" srcOrd="0" destOrd="0" presId="urn:microsoft.com/office/officeart/2018/2/layout/IconVerticalSolidList"/>
    <dgm:cxn modelId="{3C66575E-127E-4FDC-8A52-6E373448907F}" srcId="{8A3F3BC2-0CED-461E-9F05-288C35154EF1}" destId="{B95F90E8-C64F-40BD-85CE-6D17D791BE51}" srcOrd="3" destOrd="0" parTransId="{CFB78AF3-B514-41B2-BE65-047C8256B4B0}" sibTransId="{62964123-790F-4E40-8174-6604387EC074}"/>
    <dgm:cxn modelId="{4EE9D26C-93E3-4C88-92F2-DE84DBAA9266}" srcId="{8A3F3BC2-0CED-461E-9F05-288C35154EF1}" destId="{C24092DB-CA96-48C6-9055-67B00AEE166E}" srcOrd="4" destOrd="0" parTransId="{555F5A92-6EFF-4E07-BBA2-CC86BC0E372D}" sibTransId="{1A604036-AC85-4547-B504-1456D4C9D3F3}"/>
    <dgm:cxn modelId="{859C7880-F3A6-47BC-B974-C048DB203ACA}" type="presOf" srcId="{661B0C88-BB20-499F-83F1-FDBE05B828BB}" destId="{1DC6BC78-DD73-4AF5-8352-CC7E96E73D27}" srcOrd="0" destOrd="0" presId="urn:microsoft.com/office/officeart/2018/2/layout/IconVerticalSolidList"/>
    <dgm:cxn modelId="{3A67EDB1-ABE9-4DD2-943B-9B0867208E73}" srcId="{8A3F3BC2-0CED-461E-9F05-288C35154EF1}" destId="{004AF970-FCF8-43B4-A535-C4F506B71DB1}" srcOrd="1" destOrd="0" parTransId="{CC0FDF38-CAFA-4BD9-B451-C269EA1CB335}" sibTransId="{ADFA4A45-4BE8-4A1E-AF72-388617C907BB}"/>
    <dgm:cxn modelId="{62AD69B9-92B4-46F6-AAFF-7DAB7FD9B116}" type="presOf" srcId="{9227A3EF-F6FE-49DA-816E-88B0E845A1B5}" destId="{52A451A0-BC81-4A37-92D7-0C1C52E24FFA}" srcOrd="0" destOrd="0" presId="urn:microsoft.com/office/officeart/2018/2/layout/IconVerticalSolidList"/>
    <dgm:cxn modelId="{E5C107D8-27B3-4D37-9EA7-9A4AE51FF21F}" srcId="{8A3F3BC2-0CED-461E-9F05-288C35154EF1}" destId="{9227A3EF-F6FE-49DA-816E-88B0E845A1B5}" srcOrd="2" destOrd="0" parTransId="{C0211105-E290-4E35-88F5-9875CA94063C}" sibTransId="{27BF3C9F-896F-4F00-A912-5B92C610A5B7}"/>
    <dgm:cxn modelId="{21224ADB-7839-4670-8D8A-DE289E0CD826}" type="presOf" srcId="{C24092DB-CA96-48C6-9055-67B00AEE166E}" destId="{6F3B34F2-9EAA-4CCA-A126-97AE7DD717EC}" srcOrd="0" destOrd="0" presId="urn:microsoft.com/office/officeart/2018/2/layout/IconVerticalSolidList"/>
    <dgm:cxn modelId="{63086EFC-B27D-4A0F-A54C-6D4375170DFB}" srcId="{8A3F3BC2-0CED-461E-9F05-288C35154EF1}" destId="{661B0C88-BB20-499F-83F1-FDBE05B828BB}" srcOrd="0" destOrd="0" parTransId="{4AA77D42-036B-47EC-A8D3-A48B744B9288}" sibTransId="{A5BC0FE5-4199-4D27-BB17-644DFA212106}"/>
    <dgm:cxn modelId="{3A125CAD-FF8D-4300-9467-59A7143F0157}" type="presParOf" srcId="{8AE4288C-A8D2-4B3B-8003-E9825C856728}" destId="{2BB8353A-5F0E-4908-AC58-9467DE8C8EC2}" srcOrd="0" destOrd="0" presId="urn:microsoft.com/office/officeart/2018/2/layout/IconVerticalSolidList"/>
    <dgm:cxn modelId="{9BE68E1C-7BA6-452B-90B8-BF7F5D8675C7}" type="presParOf" srcId="{2BB8353A-5F0E-4908-AC58-9467DE8C8EC2}" destId="{B6A9C94F-1E47-4F5E-B948-F440F0DE45E5}" srcOrd="0" destOrd="0" presId="urn:microsoft.com/office/officeart/2018/2/layout/IconVerticalSolidList"/>
    <dgm:cxn modelId="{6BB2CDC4-3896-4C13-AE34-6DA984CA843F}" type="presParOf" srcId="{2BB8353A-5F0E-4908-AC58-9467DE8C8EC2}" destId="{A3B18D71-BA4B-47E4-865B-7FA9F526CB40}" srcOrd="1" destOrd="0" presId="urn:microsoft.com/office/officeart/2018/2/layout/IconVerticalSolidList"/>
    <dgm:cxn modelId="{26A659BA-CE43-4AFA-99EC-3A29179BFD31}" type="presParOf" srcId="{2BB8353A-5F0E-4908-AC58-9467DE8C8EC2}" destId="{B7480444-2A99-4F4B-B8A2-31B551836320}" srcOrd="2" destOrd="0" presId="urn:microsoft.com/office/officeart/2018/2/layout/IconVerticalSolidList"/>
    <dgm:cxn modelId="{98D9CF0F-B6BB-4259-94C1-2A2725D80CAB}" type="presParOf" srcId="{2BB8353A-5F0E-4908-AC58-9467DE8C8EC2}" destId="{1DC6BC78-DD73-4AF5-8352-CC7E96E73D27}" srcOrd="3" destOrd="0" presId="urn:microsoft.com/office/officeart/2018/2/layout/IconVerticalSolidList"/>
    <dgm:cxn modelId="{06B0D937-129A-40F4-A308-6D7858FD98EC}" type="presParOf" srcId="{8AE4288C-A8D2-4B3B-8003-E9825C856728}" destId="{17D3A4F7-E28D-4EBD-B647-D4FCBBA59EEE}" srcOrd="1" destOrd="0" presId="urn:microsoft.com/office/officeart/2018/2/layout/IconVerticalSolidList"/>
    <dgm:cxn modelId="{89BA1C7C-D719-4D78-833A-21A060B2F10B}" type="presParOf" srcId="{8AE4288C-A8D2-4B3B-8003-E9825C856728}" destId="{48E2C552-633D-4B61-8A6B-81F083F9A5A2}" srcOrd="2" destOrd="0" presId="urn:microsoft.com/office/officeart/2018/2/layout/IconVerticalSolidList"/>
    <dgm:cxn modelId="{46E9287A-B917-4C78-8F20-2BC9BB0DB5FB}" type="presParOf" srcId="{48E2C552-633D-4B61-8A6B-81F083F9A5A2}" destId="{B2895788-7ABB-4EC0-AC48-33E1C12368B4}" srcOrd="0" destOrd="0" presId="urn:microsoft.com/office/officeart/2018/2/layout/IconVerticalSolidList"/>
    <dgm:cxn modelId="{C48A1E7B-AD6E-40C8-99D6-7C1808FBD86A}" type="presParOf" srcId="{48E2C552-633D-4B61-8A6B-81F083F9A5A2}" destId="{10D3F961-4BEE-4D5B-B911-126280731FF3}" srcOrd="1" destOrd="0" presId="urn:microsoft.com/office/officeart/2018/2/layout/IconVerticalSolidList"/>
    <dgm:cxn modelId="{9AA08E69-7B4A-48FB-A900-D06044C5982B}" type="presParOf" srcId="{48E2C552-633D-4B61-8A6B-81F083F9A5A2}" destId="{B2BDD30D-9DD1-4937-99EF-515BD0F9563F}" srcOrd="2" destOrd="0" presId="urn:microsoft.com/office/officeart/2018/2/layout/IconVerticalSolidList"/>
    <dgm:cxn modelId="{5FCE6605-233A-4586-A6C3-189BF9C10DD6}" type="presParOf" srcId="{48E2C552-633D-4B61-8A6B-81F083F9A5A2}" destId="{BF7C334B-5E27-41D5-9551-6BD244AEC6F9}" srcOrd="3" destOrd="0" presId="urn:microsoft.com/office/officeart/2018/2/layout/IconVerticalSolidList"/>
    <dgm:cxn modelId="{61D269A3-AB94-465F-8BCF-F04144F360FA}" type="presParOf" srcId="{8AE4288C-A8D2-4B3B-8003-E9825C856728}" destId="{549AAEBA-4570-4D1B-8DDA-A458B5857694}" srcOrd="3" destOrd="0" presId="urn:microsoft.com/office/officeart/2018/2/layout/IconVerticalSolidList"/>
    <dgm:cxn modelId="{5C40BCDB-0D3C-4CE2-903B-3E318C3F892A}" type="presParOf" srcId="{8AE4288C-A8D2-4B3B-8003-E9825C856728}" destId="{22108617-2139-422F-BB05-43EEFDC34EA6}" srcOrd="4" destOrd="0" presId="urn:microsoft.com/office/officeart/2018/2/layout/IconVerticalSolidList"/>
    <dgm:cxn modelId="{352D2BB6-F60B-4048-80F2-3D1476A2B1B9}" type="presParOf" srcId="{22108617-2139-422F-BB05-43EEFDC34EA6}" destId="{771F7652-66EC-4642-9C4E-73233E7D66FE}" srcOrd="0" destOrd="0" presId="urn:microsoft.com/office/officeart/2018/2/layout/IconVerticalSolidList"/>
    <dgm:cxn modelId="{BF509405-794A-4395-9E45-262F1E73ADB2}" type="presParOf" srcId="{22108617-2139-422F-BB05-43EEFDC34EA6}" destId="{218AD440-509F-4269-BBBB-2DA71D820FA7}" srcOrd="1" destOrd="0" presId="urn:microsoft.com/office/officeart/2018/2/layout/IconVerticalSolidList"/>
    <dgm:cxn modelId="{D22E6771-CAF8-423C-98A0-F6D3F2465E2F}" type="presParOf" srcId="{22108617-2139-422F-BB05-43EEFDC34EA6}" destId="{3F117463-AB0C-45A0-ACFC-21FAEFAE3B11}" srcOrd="2" destOrd="0" presId="urn:microsoft.com/office/officeart/2018/2/layout/IconVerticalSolidList"/>
    <dgm:cxn modelId="{79AA8C01-F72C-40D1-B639-ACBA7BCB5B6C}" type="presParOf" srcId="{22108617-2139-422F-BB05-43EEFDC34EA6}" destId="{52A451A0-BC81-4A37-92D7-0C1C52E24FFA}" srcOrd="3" destOrd="0" presId="urn:microsoft.com/office/officeart/2018/2/layout/IconVerticalSolidList"/>
    <dgm:cxn modelId="{D7D1B4F6-CF4D-44D6-9B48-B51E7DAFF04E}" type="presParOf" srcId="{8AE4288C-A8D2-4B3B-8003-E9825C856728}" destId="{AF3A0B50-6D85-4427-BAD4-E5B09FE4F88F}" srcOrd="5" destOrd="0" presId="urn:microsoft.com/office/officeart/2018/2/layout/IconVerticalSolidList"/>
    <dgm:cxn modelId="{093078DE-8047-4CF3-874B-4CA4AC64CEAA}" type="presParOf" srcId="{8AE4288C-A8D2-4B3B-8003-E9825C856728}" destId="{7BE2EF4F-478E-41CC-A684-FCF556059227}" srcOrd="6" destOrd="0" presId="urn:microsoft.com/office/officeart/2018/2/layout/IconVerticalSolidList"/>
    <dgm:cxn modelId="{F872080F-8071-4F46-934E-5E600AC1A298}" type="presParOf" srcId="{7BE2EF4F-478E-41CC-A684-FCF556059227}" destId="{1B8CCA1B-1BD0-40CB-9C79-8D013D119931}" srcOrd="0" destOrd="0" presId="urn:microsoft.com/office/officeart/2018/2/layout/IconVerticalSolidList"/>
    <dgm:cxn modelId="{C417D9BE-6456-4498-B198-536D02CEB69A}" type="presParOf" srcId="{7BE2EF4F-478E-41CC-A684-FCF556059227}" destId="{2B60065A-B468-4D1E-A60C-13EC763116CF}" srcOrd="1" destOrd="0" presId="urn:microsoft.com/office/officeart/2018/2/layout/IconVerticalSolidList"/>
    <dgm:cxn modelId="{5B117426-4C6A-4DFB-A1A7-E7461E9E6191}" type="presParOf" srcId="{7BE2EF4F-478E-41CC-A684-FCF556059227}" destId="{FF514A16-EA5A-4C0F-AF67-EC65745D697C}" srcOrd="2" destOrd="0" presId="urn:microsoft.com/office/officeart/2018/2/layout/IconVerticalSolidList"/>
    <dgm:cxn modelId="{2E2033A8-06EE-4BB7-91F9-531089A8CDAD}" type="presParOf" srcId="{7BE2EF4F-478E-41CC-A684-FCF556059227}" destId="{36AA6A05-1940-41A4-B4E0-8E8FCD486C48}" srcOrd="3" destOrd="0" presId="urn:microsoft.com/office/officeart/2018/2/layout/IconVerticalSolidList"/>
    <dgm:cxn modelId="{ACC317DB-2758-41D1-BF25-F32C83572FA6}" type="presParOf" srcId="{8AE4288C-A8D2-4B3B-8003-E9825C856728}" destId="{062E12C8-911D-4266-826C-421673B7A338}" srcOrd="7" destOrd="0" presId="urn:microsoft.com/office/officeart/2018/2/layout/IconVerticalSolidList"/>
    <dgm:cxn modelId="{81302FB7-426D-4AB8-9DAE-80807E0431C7}" type="presParOf" srcId="{8AE4288C-A8D2-4B3B-8003-E9825C856728}" destId="{4DC1B3B3-A69D-41EA-B9F3-1BCA67370DD9}" srcOrd="8" destOrd="0" presId="urn:microsoft.com/office/officeart/2018/2/layout/IconVerticalSolidList"/>
    <dgm:cxn modelId="{D775CC6F-A843-43A6-92DA-6012407F6FEF}" type="presParOf" srcId="{4DC1B3B3-A69D-41EA-B9F3-1BCA67370DD9}" destId="{9FF33FA6-E33E-4EA1-A004-2F5359FE8A49}" srcOrd="0" destOrd="0" presId="urn:microsoft.com/office/officeart/2018/2/layout/IconVerticalSolidList"/>
    <dgm:cxn modelId="{F2AD6F94-B11A-41C2-BA06-C3DE4917714D}" type="presParOf" srcId="{4DC1B3B3-A69D-41EA-B9F3-1BCA67370DD9}" destId="{5A837298-280D-4888-93D4-30D409680ED6}" srcOrd="1" destOrd="0" presId="urn:microsoft.com/office/officeart/2018/2/layout/IconVerticalSolidList"/>
    <dgm:cxn modelId="{80FAA36D-80B3-4777-BE99-51D52A0DB480}" type="presParOf" srcId="{4DC1B3B3-A69D-41EA-B9F3-1BCA67370DD9}" destId="{6EE88CF2-4CFB-4D47-B540-49522BD17874}" srcOrd="2" destOrd="0" presId="urn:microsoft.com/office/officeart/2018/2/layout/IconVerticalSolidList"/>
    <dgm:cxn modelId="{33A8626D-D1D6-4F2A-BFFE-8B7DED79BE30}" type="presParOf" srcId="{4DC1B3B3-A69D-41EA-B9F3-1BCA67370DD9}" destId="{6F3B34F2-9EAA-4CCA-A126-97AE7DD717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3966AF4-CF5D-4A40-ADB6-E34CCFA3B3B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C24D7B-7FCB-4B87-9E24-46A17B0306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Learning can be viewed as using direct or indirect experience to approximate a chosen target function. </a:t>
          </a:r>
          <a:endParaRPr lang="en-US"/>
        </a:p>
      </dgm:t>
    </dgm:pt>
    <dgm:pt modelId="{E818AE43-8422-420E-B002-BB9CD30D04A4}" type="parTrans" cxnId="{D87447DD-1050-4788-A95C-7C9B0DDFF2D6}">
      <dgm:prSet/>
      <dgm:spPr/>
      <dgm:t>
        <a:bodyPr/>
        <a:lstStyle/>
        <a:p>
          <a:endParaRPr lang="en-US"/>
        </a:p>
      </dgm:t>
    </dgm:pt>
    <dgm:pt modelId="{A89BCA25-09FB-4313-BF82-7D25FA097ED4}" type="sibTrans" cxnId="{D87447DD-1050-4788-A95C-7C9B0DDFF2D6}">
      <dgm:prSet/>
      <dgm:spPr/>
      <dgm:t>
        <a:bodyPr/>
        <a:lstStyle/>
        <a:p>
          <a:endParaRPr lang="en-US"/>
        </a:p>
      </dgm:t>
    </dgm:pt>
    <dgm:pt modelId="{30ABDC79-0879-4132-A1C1-BE8CFD9ADA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/>
            <a:t>• Function approximation can be viewed as a search through a space of hypotheses (representations of functions) for one that best fits a set of training data. </a:t>
          </a:r>
          <a:endParaRPr lang="en-US"/>
        </a:p>
      </dgm:t>
    </dgm:pt>
    <dgm:pt modelId="{3FC905A9-9D34-4175-8CEC-B7312950F7DF}" type="parTrans" cxnId="{F242BB45-7A84-4BCC-859D-FCC4474FDCF2}">
      <dgm:prSet/>
      <dgm:spPr/>
      <dgm:t>
        <a:bodyPr/>
        <a:lstStyle/>
        <a:p>
          <a:endParaRPr lang="en-US"/>
        </a:p>
      </dgm:t>
    </dgm:pt>
    <dgm:pt modelId="{AE4233F0-62CA-467B-AE8E-EA8AB902242D}" type="sibTrans" cxnId="{F242BB45-7A84-4BCC-859D-FCC4474FDCF2}">
      <dgm:prSet/>
      <dgm:spPr/>
      <dgm:t>
        <a:bodyPr/>
        <a:lstStyle/>
        <a:p>
          <a:endParaRPr lang="en-US"/>
        </a:p>
      </dgm:t>
    </dgm:pt>
    <dgm:pt modelId="{B6A3FD30-3322-4311-97F4-84520F6FE0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aseline="0" dirty="0"/>
            <a:t>• Different learning methods assume different hypothesis spaces (representation languages) and/or employ different search techniques.</a:t>
          </a:r>
          <a:endParaRPr lang="en-US" dirty="0"/>
        </a:p>
      </dgm:t>
    </dgm:pt>
    <dgm:pt modelId="{A6CA2B4F-9998-47C8-A0DC-6B5983D79FE8}" type="parTrans" cxnId="{58F24D0F-289A-4DF7-A981-493543499123}">
      <dgm:prSet/>
      <dgm:spPr/>
      <dgm:t>
        <a:bodyPr/>
        <a:lstStyle/>
        <a:p>
          <a:endParaRPr lang="en-US"/>
        </a:p>
      </dgm:t>
    </dgm:pt>
    <dgm:pt modelId="{413A0D04-9D61-4AE4-8C36-AB0790A8ABE6}" type="sibTrans" cxnId="{58F24D0F-289A-4DF7-A981-493543499123}">
      <dgm:prSet/>
      <dgm:spPr/>
      <dgm:t>
        <a:bodyPr/>
        <a:lstStyle/>
        <a:p>
          <a:endParaRPr lang="en-US"/>
        </a:p>
      </dgm:t>
    </dgm:pt>
    <dgm:pt modelId="{3E3B1CC8-B4E5-4538-9040-99B801AF4AF7}" type="pres">
      <dgm:prSet presAssocID="{F3966AF4-CF5D-4A40-ADB6-E34CCFA3B3B9}" presName="root" presStyleCnt="0">
        <dgm:presLayoutVars>
          <dgm:dir/>
          <dgm:resizeHandles val="exact"/>
        </dgm:presLayoutVars>
      </dgm:prSet>
      <dgm:spPr/>
    </dgm:pt>
    <dgm:pt modelId="{59B1B86C-471D-4A91-83C8-7BB8A5D96B4D}" type="pres">
      <dgm:prSet presAssocID="{58C24D7B-7FCB-4B87-9E24-46A17B030614}" presName="compNode" presStyleCnt="0"/>
      <dgm:spPr/>
    </dgm:pt>
    <dgm:pt modelId="{C5D14A2F-94CA-4FEE-A9C2-DC536C3E423D}" type="pres">
      <dgm:prSet presAssocID="{58C24D7B-7FCB-4B87-9E24-46A17B030614}" presName="bgRect" presStyleLbl="bgShp" presStyleIdx="0" presStyleCnt="3"/>
      <dgm:spPr/>
    </dgm:pt>
    <dgm:pt modelId="{7ED79F61-6704-438B-8665-66CDB9ED7341}" type="pres">
      <dgm:prSet presAssocID="{58C24D7B-7FCB-4B87-9E24-46A17B03061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B49375B-23EE-4B7D-86C3-BAC9629F9A7A}" type="pres">
      <dgm:prSet presAssocID="{58C24D7B-7FCB-4B87-9E24-46A17B030614}" presName="spaceRect" presStyleCnt="0"/>
      <dgm:spPr/>
    </dgm:pt>
    <dgm:pt modelId="{A8352298-283E-4FEC-B5A1-89C335B6316D}" type="pres">
      <dgm:prSet presAssocID="{58C24D7B-7FCB-4B87-9E24-46A17B030614}" presName="parTx" presStyleLbl="revTx" presStyleIdx="0" presStyleCnt="3">
        <dgm:presLayoutVars>
          <dgm:chMax val="0"/>
          <dgm:chPref val="0"/>
        </dgm:presLayoutVars>
      </dgm:prSet>
      <dgm:spPr/>
    </dgm:pt>
    <dgm:pt modelId="{C89F94B3-EC64-446A-A27A-3079E4C2BE80}" type="pres">
      <dgm:prSet presAssocID="{A89BCA25-09FB-4313-BF82-7D25FA097ED4}" presName="sibTrans" presStyleCnt="0"/>
      <dgm:spPr/>
    </dgm:pt>
    <dgm:pt modelId="{9BF12463-E6C8-403F-A0D5-E880F82E86E3}" type="pres">
      <dgm:prSet presAssocID="{30ABDC79-0879-4132-A1C1-BE8CFD9ADA98}" presName="compNode" presStyleCnt="0"/>
      <dgm:spPr/>
    </dgm:pt>
    <dgm:pt modelId="{5ADD0B3A-2359-4B47-B7E7-DC59FA2D35F3}" type="pres">
      <dgm:prSet presAssocID="{30ABDC79-0879-4132-A1C1-BE8CFD9ADA98}" presName="bgRect" presStyleLbl="bgShp" presStyleIdx="1" presStyleCnt="3"/>
      <dgm:spPr/>
    </dgm:pt>
    <dgm:pt modelId="{2A809363-62B6-4F96-9F39-C6F5F80E6FE7}" type="pres">
      <dgm:prSet presAssocID="{30ABDC79-0879-4132-A1C1-BE8CFD9ADA9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21D535F6-3275-4AFB-BBE8-180D03799C1C}" type="pres">
      <dgm:prSet presAssocID="{30ABDC79-0879-4132-A1C1-BE8CFD9ADA98}" presName="spaceRect" presStyleCnt="0"/>
      <dgm:spPr/>
    </dgm:pt>
    <dgm:pt modelId="{F2DF706F-9303-45AB-BABE-E05926588F5C}" type="pres">
      <dgm:prSet presAssocID="{30ABDC79-0879-4132-A1C1-BE8CFD9ADA98}" presName="parTx" presStyleLbl="revTx" presStyleIdx="1" presStyleCnt="3">
        <dgm:presLayoutVars>
          <dgm:chMax val="0"/>
          <dgm:chPref val="0"/>
        </dgm:presLayoutVars>
      </dgm:prSet>
      <dgm:spPr/>
    </dgm:pt>
    <dgm:pt modelId="{7E202A8D-461F-4CE1-AF3F-D4D8647C1729}" type="pres">
      <dgm:prSet presAssocID="{AE4233F0-62CA-467B-AE8E-EA8AB902242D}" presName="sibTrans" presStyleCnt="0"/>
      <dgm:spPr/>
    </dgm:pt>
    <dgm:pt modelId="{BEE16940-1D3B-4EB2-95CF-181D656434DD}" type="pres">
      <dgm:prSet presAssocID="{B6A3FD30-3322-4311-97F4-84520F6FE020}" presName="compNode" presStyleCnt="0"/>
      <dgm:spPr/>
    </dgm:pt>
    <dgm:pt modelId="{E938EAB8-2401-4FE2-8C92-BB6E8B176FE3}" type="pres">
      <dgm:prSet presAssocID="{B6A3FD30-3322-4311-97F4-84520F6FE020}" presName="bgRect" presStyleLbl="bgShp" presStyleIdx="2" presStyleCnt="3"/>
      <dgm:spPr/>
    </dgm:pt>
    <dgm:pt modelId="{48761216-ABC6-4827-8AFB-D17975B52327}" type="pres">
      <dgm:prSet presAssocID="{B6A3FD30-3322-4311-97F4-84520F6FE02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9E204E8-EEC7-401F-8D7B-D99DC8BD89E5}" type="pres">
      <dgm:prSet presAssocID="{B6A3FD30-3322-4311-97F4-84520F6FE020}" presName="spaceRect" presStyleCnt="0"/>
      <dgm:spPr/>
    </dgm:pt>
    <dgm:pt modelId="{A2F1A57E-CD05-4CDF-9165-4BD06AF0C3A8}" type="pres">
      <dgm:prSet presAssocID="{B6A3FD30-3322-4311-97F4-84520F6FE02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8F24D0F-289A-4DF7-A981-493543499123}" srcId="{F3966AF4-CF5D-4A40-ADB6-E34CCFA3B3B9}" destId="{B6A3FD30-3322-4311-97F4-84520F6FE020}" srcOrd="2" destOrd="0" parTransId="{A6CA2B4F-9998-47C8-A0DC-6B5983D79FE8}" sibTransId="{413A0D04-9D61-4AE4-8C36-AB0790A8ABE6}"/>
    <dgm:cxn modelId="{E0EBB01D-AAFE-459C-8D47-F2C41CD18A71}" type="presOf" srcId="{B6A3FD30-3322-4311-97F4-84520F6FE020}" destId="{A2F1A57E-CD05-4CDF-9165-4BD06AF0C3A8}" srcOrd="0" destOrd="0" presId="urn:microsoft.com/office/officeart/2018/2/layout/IconVerticalSolidList"/>
    <dgm:cxn modelId="{F242BB45-7A84-4BCC-859D-FCC4474FDCF2}" srcId="{F3966AF4-CF5D-4A40-ADB6-E34CCFA3B3B9}" destId="{30ABDC79-0879-4132-A1C1-BE8CFD9ADA98}" srcOrd="1" destOrd="0" parTransId="{3FC905A9-9D34-4175-8CEC-B7312950F7DF}" sibTransId="{AE4233F0-62CA-467B-AE8E-EA8AB902242D}"/>
    <dgm:cxn modelId="{3C1FC28D-72C7-4F75-8535-9B37FEEFD9E0}" type="presOf" srcId="{F3966AF4-CF5D-4A40-ADB6-E34CCFA3B3B9}" destId="{3E3B1CC8-B4E5-4538-9040-99B801AF4AF7}" srcOrd="0" destOrd="0" presId="urn:microsoft.com/office/officeart/2018/2/layout/IconVerticalSolidList"/>
    <dgm:cxn modelId="{3DCC4291-FD77-4464-8DA2-B085421E2AAA}" type="presOf" srcId="{30ABDC79-0879-4132-A1C1-BE8CFD9ADA98}" destId="{F2DF706F-9303-45AB-BABE-E05926588F5C}" srcOrd="0" destOrd="0" presId="urn:microsoft.com/office/officeart/2018/2/layout/IconVerticalSolidList"/>
    <dgm:cxn modelId="{C4D39DBF-6A9E-44AE-9FCD-BF6079CF6DED}" type="presOf" srcId="{58C24D7B-7FCB-4B87-9E24-46A17B030614}" destId="{A8352298-283E-4FEC-B5A1-89C335B6316D}" srcOrd="0" destOrd="0" presId="urn:microsoft.com/office/officeart/2018/2/layout/IconVerticalSolidList"/>
    <dgm:cxn modelId="{D87447DD-1050-4788-A95C-7C9B0DDFF2D6}" srcId="{F3966AF4-CF5D-4A40-ADB6-E34CCFA3B3B9}" destId="{58C24D7B-7FCB-4B87-9E24-46A17B030614}" srcOrd="0" destOrd="0" parTransId="{E818AE43-8422-420E-B002-BB9CD30D04A4}" sibTransId="{A89BCA25-09FB-4313-BF82-7D25FA097ED4}"/>
    <dgm:cxn modelId="{57534080-91FA-4BFD-A67F-4D0FB9D8182D}" type="presParOf" srcId="{3E3B1CC8-B4E5-4538-9040-99B801AF4AF7}" destId="{59B1B86C-471D-4A91-83C8-7BB8A5D96B4D}" srcOrd="0" destOrd="0" presId="urn:microsoft.com/office/officeart/2018/2/layout/IconVerticalSolidList"/>
    <dgm:cxn modelId="{7E1E9177-5CEB-4CF9-86C9-8F071F1C54E5}" type="presParOf" srcId="{59B1B86C-471D-4A91-83C8-7BB8A5D96B4D}" destId="{C5D14A2F-94CA-4FEE-A9C2-DC536C3E423D}" srcOrd="0" destOrd="0" presId="urn:microsoft.com/office/officeart/2018/2/layout/IconVerticalSolidList"/>
    <dgm:cxn modelId="{E7190B59-B556-4C6C-9FC7-119ED87E4813}" type="presParOf" srcId="{59B1B86C-471D-4A91-83C8-7BB8A5D96B4D}" destId="{7ED79F61-6704-438B-8665-66CDB9ED7341}" srcOrd="1" destOrd="0" presId="urn:microsoft.com/office/officeart/2018/2/layout/IconVerticalSolidList"/>
    <dgm:cxn modelId="{27F36191-5ECE-4BAE-BCD1-D0D25F68DDA9}" type="presParOf" srcId="{59B1B86C-471D-4A91-83C8-7BB8A5D96B4D}" destId="{6B49375B-23EE-4B7D-86C3-BAC9629F9A7A}" srcOrd="2" destOrd="0" presId="urn:microsoft.com/office/officeart/2018/2/layout/IconVerticalSolidList"/>
    <dgm:cxn modelId="{418FA1C0-707E-404F-B2C1-FEAA96DF4409}" type="presParOf" srcId="{59B1B86C-471D-4A91-83C8-7BB8A5D96B4D}" destId="{A8352298-283E-4FEC-B5A1-89C335B6316D}" srcOrd="3" destOrd="0" presId="urn:microsoft.com/office/officeart/2018/2/layout/IconVerticalSolidList"/>
    <dgm:cxn modelId="{E0CDA7BB-5BCC-4FAD-BC17-E2149936D66D}" type="presParOf" srcId="{3E3B1CC8-B4E5-4538-9040-99B801AF4AF7}" destId="{C89F94B3-EC64-446A-A27A-3079E4C2BE80}" srcOrd="1" destOrd="0" presId="urn:microsoft.com/office/officeart/2018/2/layout/IconVerticalSolidList"/>
    <dgm:cxn modelId="{84AAD949-F536-402F-BBB4-2203757CBE4B}" type="presParOf" srcId="{3E3B1CC8-B4E5-4538-9040-99B801AF4AF7}" destId="{9BF12463-E6C8-403F-A0D5-E880F82E86E3}" srcOrd="2" destOrd="0" presId="urn:microsoft.com/office/officeart/2018/2/layout/IconVerticalSolidList"/>
    <dgm:cxn modelId="{74C4C32F-0681-4184-83AB-95B5ABBD9768}" type="presParOf" srcId="{9BF12463-E6C8-403F-A0D5-E880F82E86E3}" destId="{5ADD0B3A-2359-4B47-B7E7-DC59FA2D35F3}" srcOrd="0" destOrd="0" presId="urn:microsoft.com/office/officeart/2018/2/layout/IconVerticalSolidList"/>
    <dgm:cxn modelId="{2A04A01D-2766-4311-B757-CDFD88BC0ED1}" type="presParOf" srcId="{9BF12463-E6C8-403F-A0D5-E880F82E86E3}" destId="{2A809363-62B6-4F96-9F39-C6F5F80E6FE7}" srcOrd="1" destOrd="0" presId="urn:microsoft.com/office/officeart/2018/2/layout/IconVerticalSolidList"/>
    <dgm:cxn modelId="{33DB6D61-DE3B-4BE0-94B7-456D11E6A6FC}" type="presParOf" srcId="{9BF12463-E6C8-403F-A0D5-E880F82E86E3}" destId="{21D535F6-3275-4AFB-BBE8-180D03799C1C}" srcOrd="2" destOrd="0" presId="urn:microsoft.com/office/officeart/2018/2/layout/IconVerticalSolidList"/>
    <dgm:cxn modelId="{2A570E40-61EF-4271-A7DF-05C2B23C5C38}" type="presParOf" srcId="{9BF12463-E6C8-403F-A0D5-E880F82E86E3}" destId="{F2DF706F-9303-45AB-BABE-E05926588F5C}" srcOrd="3" destOrd="0" presId="urn:microsoft.com/office/officeart/2018/2/layout/IconVerticalSolidList"/>
    <dgm:cxn modelId="{F655CED3-E87C-48B8-9272-B82F3D39AE2F}" type="presParOf" srcId="{3E3B1CC8-B4E5-4538-9040-99B801AF4AF7}" destId="{7E202A8D-461F-4CE1-AF3F-D4D8647C1729}" srcOrd="3" destOrd="0" presId="urn:microsoft.com/office/officeart/2018/2/layout/IconVerticalSolidList"/>
    <dgm:cxn modelId="{2F08DA21-483D-4064-AE39-A3417DA82E9A}" type="presParOf" srcId="{3E3B1CC8-B4E5-4538-9040-99B801AF4AF7}" destId="{BEE16940-1D3B-4EB2-95CF-181D656434DD}" srcOrd="4" destOrd="0" presId="urn:microsoft.com/office/officeart/2018/2/layout/IconVerticalSolidList"/>
    <dgm:cxn modelId="{2DEC0D7E-0813-48BA-A2C3-8D2819ADC42D}" type="presParOf" srcId="{BEE16940-1D3B-4EB2-95CF-181D656434DD}" destId="{E938EAB8-2401-4FE2-8C92-BB6E8B176FE3}" srcOrd="0" destOrd="0" presId="urn:microsoft.com/office/officeart/2018/2/layout/IconVerticalSolidList"/>
    <dgm:cxn modelId="{90FD5AC7-8291-4188-A957-3C20234897DA}" type="presParOf" srcId="{BEE16940-1D3B-4EB2-95CF-181D656434DD}" destId="{48761216-ABC6-4827-8AFB-D17975B52327}" srcOrd="1" destOrd="0" presId="urn:microsoft.com/office/officeart/2018/2/layout/IconVerticalSolidList"/>
    <dgm:cxn modelId="{8FEADC5D-66F1-47C5-8DC8-C092F0E53DE2}" type="presParOf" srcId="{BEE16940-1D3B-4EB2-95CF-181D656434DD}" destId="{29E204E8-EEC7-401F-8D7B-D99DC8BD89E5}" srcOrd="2" destOrd="0" presId="urn:microsoft.com/office/officeart/2018/2/layout/IconVerticalSolidList"/>
    <dgm:cxn modelId="{2B61FA45-399F-4B64-84DB-5B57F29167BF}" type="presParOf" srcId="{BEE16940-1D3B-4EB2-95CF-181D656434DD}" destId="{A2F1A57E-CD05-4CDF-9165-4BD06AF0C3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462859-4CAB-544F-8CEC-EE49B8523E60}">
      <dsp:nvSpPr>
        <dsp:cNvPr id="0" name=""/>
        <dsp:cNvSpPr/>
      </dsp:nvSpPr>
      <dsp:spPr>
        <a:xfrm rot="5400000">
          <a:off x="6491448" y="-2538546"/>
          <a:ext cx="13183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 baseline="0"/>
            <a:t>Given: training data + desired outputs (labels)</a:t>
          </a:r>
          <a:endParaRPr lang="en-US" sz="3700" kern="1200"/>
        </a:p>
      </dsp:txBody>
      <dsp:txXfrm rot="-5400000">
        <a:off x="3785616" y="231641"/>
        <a:ext cx="6665629" cy="1189608"/>
      </dsp:txXfrm>
    </dsp:sp>
    <dsp:sp modelId="{36E26E10-748D-2D48-BEE1-4E66697ACA83}">
      <dsp:nvSpPr>
        <dsp:cNvPr id="0" name=""/>
        <dsp:cNvSpPr/>
      </dsp:nvSpPr>
      <dsp:spPr>
        <a:xfrm>
          <a:off x="0" y="2496"/>
          <a:ext cx="3785616" cy="16478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baseline="0" dirty="0"/>
            <a:t>Supervised Learning</a:t>
          </a:r>
          <a:endParaRPr lang="en-US" sz="3900" kern="1200" dirty="0"/>
        </a:p>
      </dsp:txBody>
      <dsp:txXfrm>
        <a:off x="80444" y="82940"/>
        <a:ext cx="3624728" cy="1487009"/>
      </dsp:txXfrm>
    </dsp:sp>
    <dsp:sp modelId="{50D3DFD5-4742-E241-8025-E35C974EC6B2}">
      <dsp:nvSpPr>
        <dsp:cNvPr id="0" name=""/>
        <dsp:cNvSpPr/>
      </dsp:nvSpPr>
      <dsp:spPr>
        <a:xfrm rot="5400000">
          <a:off x="6491448" y="-808254"/>
          <a:ext cx="13183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 baseline="0"/>
            <a:t>Given: training data (without desired outputs)</a:t>
          </a:r>
          <a:endParaRPr lang="en-US" sz="3700" kern="1200"/>
        </a:p>
      </dsp:txBody>
      <dsp:txXfrm rot="-5400000">
        <a:off x="3785616" y="1961933"/>
        <a:ext cx="6665629" cy="1189608"/>
      </dsp:txXfrm>
    </dsp:sp>
    <dsp:sp modelId="{D955B284-CA45-EB44-9E4F-76D365AB235E}">
      <dsp:nvSpPr>
        <dsp:cNvPr id="0" name=""/>
        <dsp:cNvSpPr/>
      </dsp:nvSpPr>
      <dsp:spPr>
        <a:xfrm>
          <a:off x="0" y="1732789"/>
          <a:ext cx="3785616" cy="16478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baseline="0" dirty="0"/>
            <a:t>Unsupervised Learning</a:t>
          </a:r>
          <a:endParaRPr lang="en-US" sz="3900" kern="1200" dirty="0"/>
        </a:p>
      </dsp:txBody>
      <dsp:txXfrm>
        <a:off x="80444" y="1813233"/>
        <a:ext cx="3624728" cy="1487009"/>
      </dsp:txXfrm>
    </dsp:sp>
    <dsp:sp modelId="{94EFDF63-6EEC-C446-9646-4D19283ECA6D}">
      <dsp:nvSpPr>
        <dsp:cNvPr id="0" name=""/>
        <dsp:cNvSpPr/>
      </dsp:nvSpPr>
      <dsp:spPr>
        <a:xfrm rot="5400000">
          <a:off x="6491448" y="922038"/>
          <a:ext cx="13183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700" kern="1200" baseline="0"/>
            <a:t>Given: training data + a few desired outputs</a:t>
          </a:r>
          <a:endParaRPr lang="en-US" sz="3700" kern="1200"/>
        </a:p>
      </dsp:txBody>
      <dsp:txXfrm rot="-5400000">
        <a:off x="3785616" y="3692226"/>
        <a:ext cx="6665629" cy="1189608"/>
      </dsp:txXfrm>
    </dsp:sp>
    <dsp:sp modelId="{77BF3728-8F16-D14B-B672-B159FCA433F9}">
      <dsp:nvSpPr>
        <dsp:cNvPr id="0" name=""/>
        <dsp:cNvSpPr/>
      </dsp:nvSpPr>
      <dsp:spPr>
        <a:xfrm>
          <a:off x="0" y="3463081"/>
          <a:ext cx="3785616" cy="164789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baseline="0"/>
            <a:t>Semi-supervised Learning</a:t>
          </a:r>
          <a:endParaRPr lang="en-US" sz="3900" kern="1200"/>
        </a:p>
      </dsp:txBody>
      <dsp:txXfrm>
        <a:off x="80444" y="3543525"/>
        <a:ext cx="3624728" cy="14870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F9A9B-F04F-4C67-9396-A9DB69F7A90F}">
      <dsp:nvSpPr>
        <dsp:cNvPr id="0" name=""/>
        <dsp:cNvSpPr/>
      </dsp:nvSpPr>
      <dsp:spPr>
        <a:xfrm>
          <a:off x="718664" y="2022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01196-7E41-4F9F-98AF-1EF2DF575355}">
      <dsp:nvSpPr>
        <dsp:cNvPr id="0" name=""/>
        <dsp:cNvSpPr/>
      </dsp:nvSpPr>
      <dsp:spPr>
        <a:xfrm>
          <a:off x="1135476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56351A-1B6C-4D59-98E2-ED8E9187DE59}">
      <dsp:nvSpPr>
        <dsp:cNvPr id="0" name=""/>
        <dsp:cNvSpPr/>
      </dsp:nvSpPr>
      <dsp:spPr>
        <a:xfrm>
          <a:off x="93445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Deep Learning</a:t>
          </a:r>
        </a:p>
      </dsp:txBody>
      <dsp:txXfrm>
        <a:off x="93445" y="2767202"/>
        <a:ext cx="3206250" cy="720000"/>
      </dsp:txXfrm>
    </dsp:sp>
    <dsp:sp modelId="{3E4927CB-87FB-42A5-BB7A-17AF3E3C91D5}">
      <dsp:nvSpPr>
        <dsp:cNvPr id="0" name=""/>
        <dsp:cNvSpPr/>
      </dsp:nvSpPr>
      <dsp:spPr>
        <a:xfrm>
          <a:off x="4486008" y="2022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44D02-5396-48E9-8485-B1D97FA94BA5}">
      <dsp:nvSpPr>
        <dsp:cNvPr id="0" name=""/>
        <dsp:cNvSpPr/>
      </dsp:nvSpPr>
      <dsp:spPr>
        <a:xfrm>
          <a:off x="4902820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FF3275-D500-44E8-889D-D25F3C295C58}">
      <dsp:nvSpPr>
        <dsp:cNvPr id="0" name=""/>
        <dsp:cNvSpPr/>
      </dsp:nvSpPr>
      <dsp:spPr>
        <a:xfrm>
          <a:off x="3860789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Reinforcement Learning </a:t>
          </a:r>
        </a:p>
      </dsp:txBody>
      <dsp:txXfrm>
        <a:off x="3860789" y="2767202"/>
        <a:ext cx="3206250" cy="720000"/>
      </dsp:txXfrm>
    </dsp:sp>
    <dsp:sp modelId="{6ECAF6D5-9EC0-4890-8FBA-3D9D1C95AC66}">
      <dsp:nvSpPr>
        <dsp:cNvPr id="0" name=""/>
        <dsp:cNvSpPr/>
      </dsp:nvSpPr>
      <dsp:spPr>
        <a:xfrm>
          <a:off x="8253352" y="2022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A4AEA0-4E04-403B-9BC1-FBE2C2B7C2F8}">
      <dsp:nvSpPr>
        <dsp:cNvPr id="0" name=""/>
        <dsp:cNvSpPr/>
      </dsp:nvSpPr>
      <dsp:spPr>
        <a:xfrm>
          <a:off x="8670164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F372FF-DF3E-42DC-8D4E-C925049CEFED}">
      <dsp:nvSpPr>
        <dsp:cNvPr id="0" name=""/>
        <dsp:cNvSpPr/>
      </dsp:nvSpPr>
      <dsp:spPr>
        <a:xfrm>
          <a:off x="7628133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Transfer Learning </a:t>
          </a:r>
        </a:p>
      </dsp:txBody>
      <dsp:txXfrm>
        <a:off x="7628133" y="27672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A1AEC-D8AF-004E-8263-ED8B41D4D1DF}">
      <dsp:nvSpPr>
        <dsp:cNvPr id="0" name=""/>
        <dsp:cNvSpPr/>
      </dsp:nvSpPr>
      <dsp:spPr>
        <a:xfrm>
          <a:off x="0" y="642550"/>
          <a:ext cx="10515600" cy="1063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520700" rIns="816127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baseline="0"/>
            <a:t>How to represent the target function?</a:t>
          </a:r>
          <a:endParaRPr lang="en-US" sz="2500" kern="1200"/>
        </a:p>
      </dsp:txBody>
      <dsp:txXfrm>
        <a:off x="0" y="642550"/>
        <a:ext cx="10515600" cy="1063125"/>
      </dsp:txXfrm>
    </dsp:sp>
    <dsp:sp modelId="{F5B1C80D-76F9-554B-85E8-30F493B0D591}">
      <dsp:nvSpPr>
        <dsp:cNvPr id="0" name=""/>
        <dsp:cNvSpPr/>
      </dsp:nvSpPr>
      <dsp:spPr>
        <a:xfrm>
          <a:off x="525780" y="273550"/>
          <a:ext cx="7360920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Representation</a:t>
          </a:r>
          <a:endParaRPr lang="en-US" sz="2500" kern="1200"/>
        </a:p>
      </dsp:txBody>
      <dsp:txXfrm>
        <a:off x="561806" y="309576"/>
        <a:ext cx="7288868" cy="665948"/>
      </dsp:txXfrm>
    </dsp:sp>
    <dsp:sp modelId="{D02CF359-5D51-474A-B868-82676FE75E90}">
      <dsp:nvSpPr>
        <dsp:cNvPr id="0" name=""/>
        <dsp:cNvSpPr/>
      </dsp:nvSpPr>
      <dsp:spPr>
        <a:xfrm>
          <a:off x="0" y="2209675"/>
          <a:ext cx="10515600" cy="1063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520700" rIns="816127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baseline="0"/>
            <a:t>How to compute the “best” target function?</a:t>
          </a:r>
          <a:endParaRPr lang="en-US" sz="2500" kern="1200"/>
        </a:p>
      </dsp:txBody>
      <dsp:txXfrm>
        <a:off x="0" y="2209675"/>
        <a:ext cx="10515600" cy="1063125"/>
      </dsp:txXfrm>
    </dsp:sp>
    <dsp:sp modelId="{0F1D5C2C-5F9F-AB4E-8F42-C27741DD7044}">
      <dsp:nvSpPr>
        <dsp:cNvPr id="0" name=""/>
        <dsp:cNvSpPr/>
      </dsp:nvSpPr>
      <dsp:spPr>
        <a:xfrm>
          <a:off x="525780" y="1840675"/>
          <a:ext cx="7360920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Optimization</a:t>
          </a:r>
          <a:endParaRPr lang="en-US" sz="2500" kern="1200"/>
        </a:p>
      </dsp:txBody>
      <dsp:txXfrm>
        <a:off x="561806" y="1876701"/>
        <a:ext cx="7288868" cy="665948"/>
      </dsp:txXfrm>
    </dsp:sp>
    <dsp:sp modelId="{BA444481-A7C9-4D44-9E49-C04233C2171A}">
      <dsp:nvSpPr>
        <dsp:cNvPr id="0" name=""/>
        <dsp:cNvSpPr/>
      </dsp:nvSpPr>
      <dsp:spPr>
        <a:xfrm>
          <a:off x="0" y="3776800"/>
          <a:ext cx="10515600" cy="1063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520700" rIns="816127" bIns="17780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 baseline="0"/>
            <a:t>How to evaluate the performance of the learned target function?</a:t>
          </a:r>
          <a:endParaRPr lang="en-US" sz="2500" kern="1200"/>
        </a:p>
      </dsp:txBody>
      <dsp:txXfrm>
        <a:off x="0" y="3776800"/>
        <a:ext cx="10515600" cy="1063125"/>
      </dsp:txXfrm>
    </dsp:sp>
    <dsp:sp modelId="{18A8DE66-6ED6-B44E-84B8-1883941FE596}">
      <dsp:nvSpPr>
        <dsp:cNvPr id="0" name=""/>
        <dsp:cNvSpPr/>
      </dsp:nvSpPr>
      <dsp:spPr>
        <a:xfrm>
          <a:off x="525780" y="3407800"/>
          <a:ext cx="7360920" cy="73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baseline="0"/>
            <a:t>Evaluation</a:t>
          </a:r>
          <a:endParaRPr lang="en-US" sz="2500" kern="1200"/>
        </a:p>
      </dsp:txBody>
      <dsp:txXfrm>
        <a:off x="561806" y="3443826"/>
        <a:ext cx="7288868" cy="6659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7257A8-716C-424D-9011-2D6549C5D679}">
      <dsp:nvSpPr>
        <dsp:cNvPr id="0" name=""/>
        <dsp:cNvSpPr/>
      </dsp:nvSpPr>
      <dsp:spPr>
        <a:xfrm>
          <a:off x="0" y="2122"/>
          <a:ext cx="10515600" cy="10756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9C812A-C3D0-4DAB-898E-5F007C85FA3D}">
      <dsp:nvSpPr>
        <dsp:cNvPr id="0" name=""/>
        <dsp:cNvSpPr/>
      </dsp:nvSpPr>
      <dsp:spPr>
        <a:xfrm>
          <a:off x="325377" y="244138"/>
          <a:ext cx="591595" cy="5915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B105D-5012-4E5F-A542-C63E91E449A5}">
      <dsp:nvSpPr>
        <dsp:cNvPr id="0" name=""/>
        <dsp:cNvSpPr/>
      </dsp:nvSpPr>
      <dsp:spPr>
        <a:xfrm>
          <a:off x="1242349" y="2122"/>
          <a:ext cx="4732020" cy="107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37" tIns="113837" rIns="113837" bIns="11383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Numerical functions </a:t>
          </a:r>
          <a:endParaRPr lang="en-US" sz="2200" kern="1200"/>
        </a:p>
      </dsp:txBody>
      <dsp:txXfrm>
        <a:off x="1242349" y="2122"/>
        <a:ext cx="4732020" cy="1075627"/>
      </dsp:txXfrm>
    </dsp:sp>
    <dsp:sp modelId="{1A8A18B9-34A5-4DEE-82B3-58756756E1A0}">
      <dsp:nvSpPr>
        <dsp:cNvPr id="0" name=""/>
        <dsp:cNvSpPr/>
      </dsp:nvSpPr>
      <dsp:spPr>
        <a:xfrm>
          <a:off x="5974369" y="2122"/>
          <a:ext cx="4541230" cy="107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37" tIns="113837" rIns="113837" bIns="11383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Linear regression; Neural networks; Support vector machines </a:t>
          </a:r>
          <a:endParaRPr lang="en-US" sz="1800" kern="1200"/>
        </a:p>
      </dsp:txBody>
      <dsp:txXfrm>
        <a:off x="5974369" y="2122"/>
        <a:ext cx="4541230" cy="1075627"/>
      </dsp:txXfrm>
    </dsp:sp>
    <dsp:sp modelId="{D99E6BED-7B69-495E-8B23-7726AD823B2B}">
      <dsp:nvSpPr>
        <dsp:cNvPr id="0" name=""/>
        <dsp:cNvSpPr/>
      </dsp:nvSpPr>
      <dsp:spPr>
        <a:xfrm>
          <a:off x="0" y="1346656"/>
          <a:ext cx="10515600" cy="10756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85F23-8760-4C25-8C3C-41545338A263}">
      <dsp:nvSpPr>
        <dsp:cNvPr id="0" name=""/>
        <dsp:cNvSpPr/>
      </dsp:nvSpPr>
      <dsp:spPr>
        <a:xfrm>
          <a:off x="325377" y="1588673"/>
          <a:ext cx="591595" cy="5915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11869F-D84F-4F90-954F-852FC2B2611E}">
      <dsp:nvSpPr>
        <dsp:cNvPr id="0" name=""/>
        <dsp:cNvSpPr/>
      </dsp:nvSpPr>
      <dsp:spPr>
        <a:xfrm>
          <a:off x="1242349" y="1346656"/>
          <a:ext cx="4732020" cy="107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37" tIns="113837" rIns="113837" bIns="11383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 dirty="0"/>
            <a:t>• Symbolic functions </a:t>
          </a:r>
          <a:endParaRPr lang="en-US" sz="2200" kern="1200" dirty="0"/>
        </a:p>
      </dsp:txBody>
      <dsp:txXfrm>
        <a:off x="1242349" y="1346656"/>
        <a:ext cx="4732020" cy="1075627"/>
      </dsp:txXfrm>
    </dsp:sp>
    <dsp:sp modelId="{A514ADAC-8B1A-4ECB-B10F-FDC931C27A6A}">
      <dsp:nvSpPr>
        <dsp:cNvPr id="0" name=""/>
        <dsp:cNvSpPr/>
      </dsp:nvSpPr>
      <dsp:spPr>
        <a:xfrm>
          <a:off x="5974369" y="1346656"/>
          <a:ext cx="4541230" cy="107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37" tIns="113837" rIns="113837" bIns="11383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Decision trees; Rules in propositional logic; Rules in first-order predicate logic</a:t>
          </a:r>
          <a:endParaRPr lang="en-US" sz="1800" kern="1200"/>
        </a:p>
      </dsp:txBody>
      <dsp:txXfrm>
        <a:off x="5974369" y="1346656"/>
        <a:ext cx="4541230" cy="1075627"/>
      </dsp:txXfrm>
    </dsp:sp>
    <dsp:sp modelId="{7966B3CD-ED9C-4E67-BB83-78283EC30B38}">
      <dsp:nvSpPr>
        <dsp:cNvPr id="0" name=""/>
        <dsp:cNvSpPr/>
      </dsp:nvSpPr>
      <dsp:spPr>
        <a:xfrm>
          <a:off x="0" y="2691191"/>
          <a:ext cx="10515600" cy="10756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511206-C866-46F2-B129-E83D04C2381B}">
      <dsp:nvSpPr>
        <dsp:cNvPr id="0" name=""/>
        <dsp:cNvSpPr/>
      </dsp:nvSpPr>
      <dsp:spPr>
        <a:xfrm>
          <a:off x="325377" y="2933207"/>
          <a:ext cx="591595" cy="5915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5EB54-FDE2-49A4-889E-BBD5D796DAAA}">
      <dsp:nvSpPr>
        <dsp:cNvPr id="0" name=""/>
        <dsp:cNvSpPr/>
      </dsp:nvSpPr>
      <dsp:spPr>
        <a:xfrm>
          <a:off x="1242349" y="2691191"/>
          <a:ext cx="4732020" cy="107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37" tIns="113837" rIns="113837" bIns="11383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• Instance-based functions</a:t>
          </a:r>
          <a:endParaRPr lang="en-US" sz="2200" kern="1200"/>
        </a:p>
      </dsp:txBody>
      <dsp:txXfrm>
        <a:off x="1242349" y="2691191"/>
        <a:ext cx="4732020" cy="1075627"/>
      </dsp:txXfrm>
    </dsp:sp>
    <dsp:sp modelId="{212C601B-349D-45C5-8BED-46D6A66FC525}">
      <dsp:nvSpPr>
        <dsp:cNvPr id="0" name=""/>
        <dsp:cNvSpPr/>
      </dsp:nvSpPr>
      <dsp:spPr>
        <a:xfrm>
          <a:off x="5974369" y="2691191"/>
          <a:ext cx="4541230" cy="107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37" tIns="113837" rIns="113837" bIns="11383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Nearest-neighbor; Case-based </a:t>
          </a:r>
          <a:endParaRPr lang="en-US" sz="1800" kern="1200"/>
        </a:p>
      </dsp:txBody>
      <dsp:txXfrm>
        <a:off x="5974369" y="2691191"/>
        <a:ext cx="4541230" cy="1075627"/>
      </dsp:txXfrm>
    </dsp:sp>
    <dsp:sp modelId="{EC60700F-19F0-4C58-B07D-4BE86E0AA6B1}">
      <dsp:nvSpPr>
        <dsp:cNvPr id="0" name=""/>
        <dsp:cNvSpPr/>
      </dsp:nvSpPr>
      <dsp:spPr>
        <a:xfrm>
          <a:off x="0" y="4035726"/>
          <a:ext cx="10515600" cy="107562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361F0F-41D7-49C0-9362-B16014E5622B}">
      <dsp:nvSpPr>
        <dsp:cNvPr id="0" name=""/>
        <dsp:cNvSpPr/>
      </dsp:nvSpPr>
      <dsp:spPr>
        <a:xfrm>
          <a:off x="325377" y="4277742"/>
          <a:ext cx="591595" cy="5915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8B8B-03F9-426B-8FF8-BD620601D612}">
      <dsp:nvSpPr>
        <dsp:cNvPr id="0" name=""/>
        <dsp:cNvSpPr/>
      </dsp:nvSpPr>
      <dsp:spPr>
        <a:xfrm>
          <a:off x="1242349" y="4035726"/>
          <a:ext cx="4732020" cy="107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37" tIns="113837" rIns="113837" bIns="113837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baseline="0"/>
            <a:t>• Probabilistic Graphical Models</a:t>
          </a:r>
          <a:endParaRPr lang="en-US" sz="2200" kern="1200"/>
        </a:p>
      </dsp:txBody>
      <dsp:txXfrm>
        <a:off x="1242349" y="4035726"/>
        <a:ext cx="4732020" cy="1075627"/>
      </dsp:txXfrm>
    </dsp:sp>
    <dsp:sp modelId="{2A553879-5203-45D8-8F93-7DEE28267AD9}">
      <dsp:nvSpPr>
        <dsp:cNvPr id="0" name=""/>
        <dsp:cNvSpPr/>
      </dsp:nvSpPr>
      <dsp:spPr>
        <a:xfrm>
          <a:off x="5974369" y="4035726"/>
          <a:ext cx="4541230" cy="10756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37" tIns="113837" rIns="113837" bIns="113837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baseline="0"/>
            <a:t>Naive Bayes; Bayesian networks; Hidden-Markov Models (HMMs); Markov networks</a:t>
          </a:r>
          <a:endParaRPr lang="en-US" sz="1800" kern="1200"/>
        </a:p>
      </dsp:txBody>
      <dsp:txXfrm>
        <a:off x="5974369" y="4035726"/>
        <a:ext cx="4541230" cy="10756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005AD9-72A7-4542-BFEF-AA671DF0BB62}">
      <dsp:nvSpPr>
        <dsp:cNvPr id="0" name=""/>
        <dsp:cNvSpPr/>
      </dsp:nvSpPr>
      <dsp:spPr>
        <a:xfrm>
          <a:off x="0" y="42947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Gradient descent</a:t>
          </a:r>
          <a:endParaRPr lang="en-US" sz="3100" kern="1200"/>
        </a:p>
      </dsp:txBody>
      <dsp:txXfrm>
        <a:off x="36296" y="79243"/>
        <a:ext cx="10443008" cy="670943"/>
      </dsp:txXfrm>
    </dsp:sp>
    <dsp:sp modelId="{0B1002AC-6D6A-D940-A876-78788B7853C3}">
      <dsp:nvSpPr>
        <dsp:cNvPr id="0" name=""/>
        <dsp:cNvSpPr/>
      </dsp:nvSpPr>
      <dsp:spPr>
        <a:xfrm>
          <a:off x="0" y="786482"/>
          <a:ext cx="105156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baseline="0"/>
            <a:t>Perceptron; Backpropagation </a:t>
          </a:r>
          <a:endParaRPr lang="en-US" sz="2400" kern="1200"/>
        </a:p>
      </dsp:txBody>
      <dsp:txXfrm>
        <a:off x="0" y="786482"/>
        <a:ext cx="10515600" cy="513360"/>
      </dsp:txXfrm>
    </dsp:sp>
    <dsp:sp modelId="{7CCEF9C9-918A-C94E-870E-F470306E4FD1}">
      <dsp:nvSpPr>
        <dsp:cNvPr id="0" name=""/>
        <dsp:cNvSpPr/>
      </dsp:nvSpPr>
      <dsp:spPr>
        <a:xfrm>
          <a:off x="0" y="1299843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• Dynamic Programming </a:t>
          </a:r>
          <a:endParaRPr lang="en-US" sz="3100" kern="1200"/>
        </a:p>
      </dsp:txBody>
      <dsp:txXfrm>
        <a:off x="36296" y="1336139"/>
        <a:ext cx="10443008" cy="670943"/>
      </dsp:txXfrm>
    </dsp:sp>
    <dsp:sp modelId="{3472E90D-1B2C-A243-8F80-3A913CF0CD38}">
      <dsp:nvSpPr>
        <dsp:cNvPr id="0" name=""/>
        <dsp:cNvSpPr/>
      </dsp:nvSpPr>
      <dsp:spPr>
        <a:xfrm>
          <a:off x="0" y="2043377"/>
          <a:ext cx="105156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baseline="0"/>
            <a:t>HMM Learning; PCFG Learning </a:t>
          </a:r>
          <a:endParaRPr lang="en-US" sz="2400" kern="1200"/>
        </a:p>
      </dsp:txBody>
      <dsp:txXfrm>
        <a:off x="0" y="2043377"/>
        <a:ext cx="10515600" cy="513360"/>
      </dsp:txXfrm>
    </dsp:sp>
    <dsp:sp modelId="{72A45405-B602-A543-A1AD-B9E07A7F458C}">
      <dsp:nvSpPr>
        <dsp:cNvPr id="0" name=""/>
        <dsp:cNvSpPr/>
      </dsp:nvSpPr>
      <dsp:spPr>
        <a:xfrm>
          <a:off x="0" y="2556738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• Divide and Conquer</a:t>
          </a:r>
          <a:endParaRPr lang="en-US" sz="3100" kern="1200"/>
        </a:p>
      </dsp:txBody>
      <dsp:txXfrm>
        <a:off x="36296" y="2593034"/>
        <a:ext cx="10443008" cy="670943"/>
      </dsp:txXfrm>
    </dsp:sp>
    <dsp:sp modelId="{B952A91E-4D44-C249-AF47-084C85D34118}">
      <dsp:nvSpPr>
        <dsp:cNvPr id="0" name=""/>
        <dsp:cNvSpPr/>
      </dsp:nvSpPr>
      <dsp:spPr>
        <a:xfrm>
          <a:off x="0" y="3300273"/>
          <a:ext cx="105156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baseline="0"/>
            <a:t>Decision tree induction; Rule learning </a:t>
          </a:r>
          <a:endParaRPr lang="en-US" sz="2400" kern="1200"/>
        </a:p>
      </dsp:txBody>
      <dsp:txXfrm>
        <a:off x="0" y="3300273"/>
        <a:ext cx="10515600" cy="513360"/>
      </dsp:txXfrm>
    </dsp:sp>
    <dsp:sp modelId="{E33AB6DE-B880-EC45-A032-D3E2D301330C}">
      <dsp:nvSpPr>
        <dsp:cNvPr id="0" name=""/>
        <dsp:cNvSpPr/>
      </dsp:nvSpPr>
      <dsp:spPr>
        <a:xfrm>
          <a:off x="0" y="3813633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baseline="0"/>
            <a:t>• Evolutionary Computation </a:t>
          </a:r>
          <a:endParaRPr lang="en-US" sz="3100" kern="1200"/>
        </a:p>
      </dsp:txBody>
      <dsp:txXfrm>
        <a:off x="36296" y="3849929"/>
        <a:ext cx="10443008" cy="670943"/>
      </dsp:txXfrm>
    </dsp:sp>
    <dsp:sp modelId="{EB516CE2-C00D-1B4F-B88D-AB08F1A607AF}">
      <dsp:nvSpPr>
        <dsp:cNvPr id="0" name=""/>
        <dsp:cNvSpPr/>
      </dsp:nvSpPr>
      <dsp:spPr>
        <a:xfrm>
          <a:off x="0" y="4557168"/>
          <a:ext cx="10515600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baseline="0"/>
            <a:t>Genetic Algorithms (GAs); Genetic Programming (GP); Neuro-evolution</a:t>
          </a:r>
          <a:endParaRPr lang="en-US" sz="2400" kern="1200"/>
        </a:p>
      </dsp:txBody>
      <dsp:txXfrm>
        <a:off x="0" y="4557168"/>
        <a:ext cx="10515600" cy="5133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BD42D-9CF6-8645-9701-5C9156CA2BD9}">
      <dsp:nvSpPr>
        <dsp:cNvPr id="0" name=""/>
        <dsp:cNvSpPr/>
      </dsp:nvSpPr>
      <dsp:spPr>
        <a:xfrm>
          <a:off x="0" y="611660"/>
          <a:ext cx="2156410" cy="12938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Accuracy </a:t>
          </a:r>
          <a:endParaRPr lang="en-US" sz="3300" kern="1200"/>
        </a:p>
      </dsp:txBody>
      <dsp:txXfrm>
        <a:off x="0" y="611660"/>
        <a:ext cx="2156410" cy="1293846"/>
      </dsp:txXfrm>
    </dsp:sp>
    <dsp:sp modelId="{D31149AB-BD09-3A4B-9BAC-6870233DCED8}">
      <dsp:nvSpPr>
        <dsp:cNvPr id="0" name=""/>
        <dsp:cNvSpPr/>
      </dsp:nvSpPr>
      <dsp:spPr>
        <a:xfrm>
          <a:off x="2372051" y="611660"/>
          <a:ext cx="2156410" cy="1293846"/>
        </a:xfrm>
        <a:prstGeom prst="rect">
          <a:avLst/>
        </a:prstGeom>
        <a:solidFill>
          <a:schemeClr val="accent5">
            <a:hueOff val="-844818"/>
            <a:satOff val="-2177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• Precision and recall </a:t>
          </a:r>
          <a:endParaRPr lang="en-US" sz="3300" kern="1200"/>
        </a:p>
      </dsp:txBody>
      <dsp:txXfrm>
        <a:off x="2372051" y="611660"/>
        <a:ext cx="2156410" cy="1293846"/>
      </dsp:txXfrm>
    </dsp:sp>
    <dsp:sp modelId="{1208F895-2848-2A47-A783-74F47D789B36}">
      <dsp:nvSpPr>
        <dsp:cNvPr id="0" name=""/>
        <dsp:cNvSpPr/>
      </dsp:nvSpPr>
      <dsp:spPr>
        <a:xfrm>
          <a:off x="4744102" y="611660"/>
          <a:ext cx="2156410" cy="1293846"/>
        </a:xfrm>
        <a:prstGeom prst="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• Squared error </a:t>
          </a:r>
          <a:endParaRPr lang="en-US" sz="3300" kern="1200"/>
        </a:p>
      </dsp:txBody>
      <dsp:txXfrm>
        <a:off x="4744102" y="611660"/>
        <a:ext cx="2156410" cy="1293846"/>
      </dsp:txXfrm>
    </dsp:sp>
    <dsp:sp modelId="{F6BE793C-60BE-5647-9B04-5830B82EF1F7}">
      <dsp:nvSpPr>
        <dsp:cNvPr id="0" name=""/>
        <dsp:cNvSpPr/>
      </dsp:nvSpPr>
      <dsp:spPr>
        <a:xfrm>
          <a:off x="0" y="2121147"/>
          <a:ext cx="2156410" cy="1293846"/>
        </a:xfrm>
        <a:prstGeom prst="rect">
          <a:avLst/>
        </a:prstGeom>
        <a:solidFill>
          <a:schemeClr val="accent5">
            <a:hueOff val="-2534453"/>
            <a:satOff val="-6532"/>
            <a:lumOff val="-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• Likelihood </a:t>
          </a:r>
          <a:endParaRPr lang="en-US" sz="3300" kern="1200"/>
        </a:p>
      </dsp:txBody>
      <dsp:txXfrm>
        <a:off x="0" y="2121147"/>
        <a:ext cx="2156410" cy="1293846"/>
      </dsp:txXfrm>
    </dsp:sp>
    <dsp:sp modelId="{849CA15E-4275-5A46-A26B-4BBBCDB4086B}">
      <dsp:nvSpPr>
        <dsp:cNvPr id="0" name=""/>
        <dsp:cNvSpPr/>
      </dsp:nvSpPr>
      <dsp:spPr>
        <a:xfrm>
          <a:off x="2372051" y="2121147"/>
          <a:ext cx="2156410" cy="1293846"/>
        </a:xfrm>
        <a:prstGeom prst="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• Posterior probability </a:t>
          </a:r>
          <a:endParaRPr lang="en-US" sz="3300" kern="1200"/>
        </a:p>
      </dsp:txBody>
      <dsp:txXfrm>
        <a:off x="2372051" y="2121147"/>
        <a:ext cx="2156410" cy="1293846"/>
      </dsp:txXfrm>
    </dsp:sp>
    <dsp:sp modelId="{BA6B5692-30A2-1F4D-87F4-31626D730905}">
      <dsp:nvSpPr>
        <dsp:cNvPr id="0" name=""/>
        <dsp:cNvSpPr/>
      </dsp:nvSpPr>
      <dsp:spPr>
        <a:xfrm>
          <a:off x="4744102" y="2121147"/>
          <a:ext cx="2156410" cy="1293846"/>
        </a:xfrm>
        <a:prstGeom prst="rect">
          <a:avLst/>
        </a:prstGeom>
        <a:solidFill>
          <a:schemeClr val="accent5">
            <a:hueOff val="-4224089"/>
            <a:satOff val="-10887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• Cost / Utility </a:t>
          </a:r>
          <a:endParaRPr lang="en-US" sz="3300" kern="1200"/>
        </a:p>
      </dsp:txBody>
      <dsp:txXfrm>
        <a:off x="4744102" y="2121147"/>
        <a:ext cx="2156410" cy="1293846"/>
      </dsp:txXfrm>
    </dsp:sp>
    <dsp:sp modelId="{C212299D-87F8-D843-9755-C690CF16EDED}">
      <dsp:nvSpPr>
        <dsp:cNvPr id="0" name=""/>
        <dsp:cNvSpPr/>
      </dsp:nvSpPr>
      <dsp:spPr>
        <a:xfrm>
          <a:off x="0" y="3630634"/>
          <a:ext cx="2156410" cy="1293846"/>
        </a:xfrm>
        <a:prstGeom prst="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• Margin </a:t>
          </a:r>
          <a:endParaRPr lang="en-US" sz="3300" kern="1200"/>
        </a:p>
      </dsp:txBody>
      <dsp:txXfrm>
        <a:off x="0" y="3630634"/>
        <a:ext cx="2156410" cy="1293846"/>
      </dsp:txXfrm>
    </dsp:sp>
    <dsp:sp modelId="{675AE23F-BA9F-F54F-A273-F28660584BF2}">
      <dsp:nvSpPr>
        <dsp:cNvPr id="0" name=""/>
        <dsp:cNvSpPr/>
      </dsp:nvSpPr>
      <dsp:spPr>
        <a:xfrm>
          <a:off x="2372051" y="3630634"/>
          <a:ext cx="2156410" cy="1293846"/>
        </a:xfrm>
        <a:prstGeom prst="rect">
          <a:avLst/>
        </a:prstGeom>
        <a:solidFill>
          <a:schemeClr val="accent5">
            <a:hueOff val="-5913725"/>
            <a:satOff val="-15242"/>
            <a:lumOff val="-10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• Entropy </a:t>
          </a:r>
          <a:endParaRPr lang="en-US" sz="3300" kern="1200"/>
        </a:p>
      </dsp:txBody>
      <dsp:txXfrm>
        <a:off x="2372051" y="3630634"/>
        <a:ext cx="2156410" cy="1293846"/>
      </dsp:txXfrm>
    </dsp:sp>
    <dsp:sp modelId="{E27F5195-7270-9A44-9420-73858838F0AD}">
      <dsp:nvSpPr>
        <dsp:cNvPr id="0" name=""/>
        <dsp:cNvSpPr/>
      </dsp:nvSpPr>
      <dsp:spPr>
        <a:xfrm>
          <a:off x="4744102" y="3630634"/>
          <a:ext cx="2156410" cy="1293846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baseline="0"/>
            <a:t>• K-L divergence</a:t>
          </a:r>
          <a:endParaRPr lang="en-US" sz="3300" kern="1200"/>
        </a:p>
      </dsp:txBody>
      <dsp:txXfrm>
        <a:off x="4744102" y="3630634"/>
        <a:ext cx="2156410" cy="12938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A9C94F-1E47-4F5E-B948-F440F0DE45E5}">
      <dsp:nvSpPr>
        <dsp:cNvPr id="0" name=""/>
        <dsp:cNvSpPr/>
      </dsp:nvSpPr>
      <dsp:spPr>
        <a:xfrm>
          <a:off x="0" y="3994"/>
          <a:ext cx="10515600" cy="8509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18D71-BA4B-47E4-865B-7FA9F526CB40}">
      <dsp:nvSpPr>
        <dsp:cNvPr id="0" name=""/>
        <dsp:cNvSpPr/>
      </dsp:nvSpPr>
      <dsp:spPr>
        <a:xfrm>
          <a:off x="257401" y="195450"/>
          <a:ext cx="468002" cy="4680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C6BC78-DD73-4AF5-8352-CC7E96E73D27}">
      <dsp:nvSpPr>
        <dsp:cNvPr id="0" name=""/>
        <dsp:cNvSpPr/>
      </dsp:nvSpPr>
      <dsp:spPr>
        <a:xfrm>
          <a:off x="982806" y="3994"/>
          <a:ext cx="9532793" cy="85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55" tIns="90055" rIns="90055" bIns="900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Understand domain, prior knowledge, and goals </a:t>
          </a:r>
          <a:endParaRPr lang="en-US" sz="1900" kern="1200"/>
        </a:p>
      </dsp:txBody>
      <dsp:txXfrm>
        <a:off x="982806" y="3994"/>
        <a:ext cx="9532793" cy="850914"/>
      </dsp:txXfrm>
    </dsp:sp>
    <dsp:sp modelId="{B2895788-7ABB-4EC0-AC48-33E1C12368B4}">
      <dsp:nvSpPr>
        <dsp:cNvPr id="0" name=""/>
        <dsp:cNvSpPr/>
      </dsp:nvSpPr>
      <dsp:spPr>
        <a:xfrm>
          <a:off x="0" y="1067637"/>
          <a:ext cx="10515600" cy="8509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D3F961-4BEE-4D5B-B911-126280731FF3}">
      <dsp:nvSpPr>
        <dsp:cNvPr id="0" name=""/>
        <dsp:cNvSpPr/>
      </dsp:nvSpPr>
      <dsp:spPr>
        <a:xfrm>
          <a:off x="257401" y="1259093"/>
          <a:ext cx="468002" cy="4680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C334B-5E27-41D5-9551-6BD244AEC6F9}">
      <dsp:nvSpPr>
        <dsp:cNvPr id="0" name=""/>
        <dsp:cNvSpPr/>
      </dsp:nvSpPr>
      <dsp:spPr>
        <a:xfrm>
          <a:off x="982806" y="1067637"/>
          <a:ext cx="9532793" cy="85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55" tIns="90055" rIns="90055" bIns="900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Data integration, selection, cleaning, pre-processing, etc. </a:t>
          </a:r>
          <a:endParaRPr lang="en-US" sz="1900" kern="1200"/>
        </a:p>
      </dsp:txBody>
      <dsp:txXfrm>
        <a:off x="982806" y="1067637"/>
        <a:ext cx="9532793" cy="850914"/>
      </dsp:txXfrm>
    </dsp:sp>
    <dsp:sp modelId="{771F7652-66EC-4642-9C4E-73233E7D66FE}">
      <dsp:nvSpPr>
        <dsp:cNvPr id="0" name=""/>
        <dsp:cNvSpPr/>
      </dsp:nvSpPr>
      <dsp:spPr>
        <a:xfrm>
          <a:off x="0" y="2131280"/>
          <a:ext cx="10515600" cy="8509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8AD440-509F-4269-BBBB-2DA71D820FA7}">
      <dsp:nvSpPr>
        <dsp:cNvPr id="0" name=""/>
        <dsp:cNvSpPr/>
      </dsp:nvSpPr>
      <dsp:spPr>
        <a:xfrm>
          <a:off x="257401" y="2322736"/>
          <a:ext cx="468002" cy="4680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A451A0-BC81-4A37-92D7-0C1C52E24FFA}">
      <dsp:nvSpPr>
        <dsp:cNvPr id="0" name=""/>
        <dsp:cNvSpPr/>
      </dsp:nvSpPr>
      <dsp:spPr>
        <a:xfrm>
          <a:off x="982806" y="2131280"/>
          <a:ext cx="9532793" cy="85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55" tIns="90055" rIns="90055" bIns="900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Learn models </a:t>
          </a:r>
          <a:endParaRPr lang="en-US" sz="1900" kern="1200"/>
        </a:p>
      </dsp:txBody>
      <dsp:txXfrm>
        <a:off x="982806" y="2131280"/>
        <a:ext cx="9532793" cy="850914"/>
      </dsp:txXfrm>
    </dsp:sp>
    <dsp:sp modelId="{1B8CCA1B-1BD0-40CB-9C79-8D013D119931}">
      <dsp:nvSpPr>
        <dsp:cNvPr id="0" name=""/>
        <dsp:cNvSpPr/>
      </dsp:nvSpPr>
      <dsp:spPr>
        <a:xfrm>
          <a:off x="0" y="3194923"/>
          <a:ext cx="10515600" cy="8509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60065A-B468-4D1E-A60C-13EC763116CF}">
      <dsp:nvSpPr>
        <dsp:cNvPr id="0" name=""/>
        <dsp:cNvSpPr/>
      </dsp:nvSpPr>
      <dsp:spPr>
        <a:xfrm>
          <a:off x="257401" y="3386379"/>
          <a:ext cx="468002" cy="4680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A6A05-1940-41A4-B4E0-8E8FCD486C48}">
      <dsp:nvSpPr>
        <dsp:cNvPr id="0" name=""/>
        <dsp:cNvSpPr/>
      </dsp:nvSpPr>
      <dsp:spPr>
        <a:xfrm>
          <a:off x="982806" y="3194923"/>
          <a:ext cx="9532793" cy="85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55" tIns="90055" rIns="90055" bIns="900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Interpret results </a:t>
          </a:r>
          <a:endParaRPr lang="en-US" sz="1900" kern="1200"/>
        </a:p>
      </dsp:txBody>
      <dsp:txXfrm>
        <a:off x="982806" y="3194923"/>
        <a:ext cx="9532793" cy="850914"/>
      </dsp:txXfrm>
    </dsp:sp>
    <dsp:sp modelId="{9FF33FA6-E33E-4EA1-A004-2F5359FE8A49}">
      <dsp:nvSpPr>
        <dsp:cNvPr id="0" name=""/>
        <dsp:cNvSpPr/>
      </dsp:nvSpPr>
      <dsp:spPr>
        <a:xfrm>
          <a:off x="0" y="4258566"/>
          <a:ext cx="10515600" cy="8509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37298-280D-4888-93D4-30D409680ED6}">
      <dsp:nvSpPr>
        <dsp:cNvPr id="0" name=""/>
        <dsp:cNvSpPr/>
      </dsp:nvSpPr>
      <dsp:spPr>
        <a:xfrm>
          <a:off x="257401" y="4450022"/>
          <a:ext cx="468002" cy="4680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3B34F2-9EAA-4CCA-A126-97AE7DD717EC}">
      <dsp:nvSpPr>
        <dsp:cNvPr id="0" name=""/>
        <dsp:cNvSpPr/>
      </dsp:nvSpPr>
      <dsp:spPr>
        <a:xfrm>
          <a:off x="982806" y="4258566"/>
          <a:ext cx="9532793" cy="8509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55" tIns="90055" rIns="90055" bIns="9005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• Consolidate and deploy discovered knowledge</a:t>
          </a:r>
          <a:endParaRPr lang="en-US" sz="1900" kern="1200"/>
        </a:p>
      </dsp:txBody>
      <dsp:txXfrm>
        <a:off x="982806" y="4258566"/>
        <a:ext cx="9532793" cy="8509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14A2F-94CA-4FEE-A9C2-DC536C3E423D}">
      <dsp:nvSpPr>
        <dsp:cNvPr id="0" name=""/>
        <dsp:cNvSpPr/>
      </dsp:nvSpPr>
      <dsp:spPr>
        <a:xfrm>
          <a:off x="0" y="624"/>
          <a:ext cx="10515600" cy="14606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D79F61-6704-438B-8665-66CDB9ED7341}">
      <dsp:nvSpPr>
        <dsp:cNvPr id="0" name=""/>
        <dsp:cNvSpPr/>
      </dsp:nvSpPr>
      <dsp:spPr>
        <a:xfrm>
          <a:off x="441842" y="329267"/>
          <a:ext cx="803350" cy="8033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52298-283E-4FEC-B5A1-89C335B6316D}">
      <dsp:nvSpPr>
        <dsp:cNvPr id="0" name=""/>
        <dsp:cNvSpPr/>
      </dsp:nvSpPr>
      <dsp:spPr>
        <a:xfrm>
          <a:off x="1687035" y="624"/>
          <a:ext cx="8828564" cy="1460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84" tIns="154584" rIns="154584" bIns="15458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Learning can be viewed as using direct or indirect experience to approximate a chosen target function. </a:t>
          </a:r>
          <a:endParaRPr lang="en-US" sz="2400" kern="1200"/>
        </a:p>
      </dsp:txBody>
      <dsp:txXfrm>
        <a:off x="1687035" y="624"/>
        <a:ext cx="8828564" cy="1460636"/>
      </dsp:txXfrm>
    </dsp:sp>
    <dsp:sp modelId="{5ADD0B3A-2359-4B47-B7E7-DC59FA2D35F3}">
      <dsp:nvSpPr>
        <dsp:cNvPr id="0" name=""/>
        <dsp:cNvSpPr/>
      </dsp:nvSpPr>
      <dsp:spPr>
        <a:xfrm>
          <a:off x="0" y="1826419"/>
          <a:ext cx="10515600" cy="14606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809363-62B6-4F96-9F39-C6F5F80E6FE7}">
      <dsp:nvSpPr>
        <dsp:cNvPr id="0" name=""/>
        <dsp:cNvSpPr/>
      </dsp:nvSpPr>
      <dsp:spPr>
        <a:xfrm>
          <a:off x="441842" y="2155062"/>
          <a:ext cx="803350" cy="8033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F706F-9303-45AB-BABE-E05926588F5C}">
      <dsp:nvSpPr>
        <dsp:cNvPr id="0" name=""/>
        <dsp:cNvSpPr/>
      </dsp:nvSpPr>
      <dsp:spPr>
        <a:xfrm>
          <a:off x="1687035" y="1826419"/>
          <a:ext cx="8828564" cy="1460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84" tIns="154584" rIns="154584" bIns="15458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/>
            <a:t>• Function approximation can be viewed as a search through a space of hypotheses (representations of functions) for one that best fits a set of training data. </a:t>
          </a:r>
          <a:endParaRPr lang="en-US" sz="2400" kern="1200"/>
        </a:p>
      </dsp:txBody>
      <dsp:txXfrm>
        <a:off x="1687035" y="1826419"/>
        <a:ext cx="8828564" cy="1460636"/>
      </dsp:txXfrm>
    </dsp:sp>
    <dsp:sp modelId="{E938EAB8-2401-4FE2-8C92-BB6E8B176FE3}">
      <dsp:nvSpPr>
        <dsp:cNvPr id="0" name=""/>
        <dsp:cNvSpPr/>
      </dsp:nvSpPr>
      <dsp:spPr>
        <a:xfrm>
          <a:off x="0" y="3652215"/>
          <a:ext cx="10515600" cy="146063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761216-ABC6-4827-8AFB-D17975B52327}">
      <dsp:nvSpPr>
        <dsp:cNvPr id="0" name=""/>
        <dsp:cNvSpPr/>
      </dsp:nvSpPr>
      <dsp:spPr>
        <a:xfrm>
          <a:off x="441842" y="3980858"/>
          <a:ext cx="803350" cy="8033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1A57E-CD05-4CDF-9165-4BD06AF0C3A8}">
      <dsp:nvSpPr>
        <dsp:cNvPr id="0" name=""/>
        <dsp:cNvSpPr/>
      </dsp:nvSpPr>
      <dsp:spPr>
        <a:xfrm>
          <a:off x="1687035" y="3652215"/>
          <a:ext cx="8828564" cy="1460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84" tIns="154584" rIns="154584" bIns="154584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baseline="0" dirty="0"/>
            <a:t>• Different learning methods assume different hypothesis spaces (representation languages) and/or employ different search techniques.</a:t>
          </a:r>
          <a:endParaRPr lang="en-US" sz="2400" kern="1200" dirty="0"/>
        </a:p>
      </dsp:txBody>
      <dsp:txXfrm>
        <a:off x="1687035" y="3652215"/>
        <a:ext cx="8828564" cy="1460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10564-5A80-1443-B620-B2FA89B774E7}" type="datetimeFigureOut">
              <a:rPr lang="en-US" smtClean="0"/>
              <a:t>8/19/26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8D4BB-8939-764F-AB2B-4FDF6E924E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3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88D4BB-8939-764F-AB2B-4FDF6E924E3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074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F146B-E056-204D-A809-3A6EC8F30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8BEA9-7308-DD44-83BA-AAB2D90D3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rangshandwriting" panose="02000503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6588A-F686-964A-BED8-EBDCD97E7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CC05-1D4C-8446-A94A-F34F608A39D5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78F8D-41D5-6C4E-B3B3-CF89201B5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D0CD5-5818-B24E-AC1E-7F356D24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602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0BA0-73E9-354A-855D-70E0A387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2" y="136525"/>
            <a:ext cx="10515600" cy="797753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ED8C-2F2B-404A-94B9-68ECB03B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487"/>
            <a:ext cx="10515600" cy="5113476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21968-DB1D-484C-AAFC-DBB8FC94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B6E-76FB-8F4B-938A-48D0A87A6E19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2E132-BBC4-E348-8859-4C2D1CD8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BF79C-A68C-C046-973D-54E66A32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761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tica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0BA0-73E9-354A-855D-70E0A387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2" y="136525"/>
            <a:ext cx="10515600" cy="797753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ED8C-2F2B-404A-94B9-68ECB03B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488"/>
            <a:ext cx="10528852" cy="1063304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21968-DB1D-484C-AAFC-DBB8FC94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B6E-76FB-8F4B-938A-48D0A87A6E19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2E132-BBC4-E348-8859-4C2D1CD8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BF79C-A68C-C046-973D-54E66A32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C2A277-E80A-EB4F-BBE3-7B132D4C8A1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51452" y="2499933"/>
            <a:ext cx="10528852" cy="1179969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E5C4D25-EEE2-7C6D-14DD-D823F172784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" y="3954822"/>
            <a:ext cx="10528852" cy="1063304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4155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8D55D-CB34-5343-BE61-2FF62A5A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7453B-73D6-144B-BF4D-73BB39F03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6DAE8-F7C1-F549-81A5-BE6F1DAC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125B1-07A4-444D-A7AA-E51CD7B58969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0FF71-8314-C044-9CB6-EB89B33DB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BB4BA-5807-8D45-831A-85B1F5A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30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5CCA-4160-D143-8FD0-030E4A65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21"/>
            <a:ext cx="10515600" cy="728178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826F-8D65-7E45-959D-29A6F19E5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665"/>
            <a:ext cx="5181600" cy="5063298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46F12-0C84-DD4B-847B-190272AC2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13665"/>
            <a:ext cx="5181600" cy="5063298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3558A-FD1C-5446-B48F-75E3DC0A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5DB-DA5E-F746-9C95-F8AAA5AB9D02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79D84-B3DC-BD48-BF69-3709671C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4E5ED-9DB3-F940-8195-CCA39B82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65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5CCA-4160-D143-8FD0-030E4A65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21"/>
            <a:ext cx="10515600" cy="728178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7826F-8D65-7E45-959D-29A6F19E5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13666"/>
            <a:ext cx="5066654" cy="2001494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46F12-0C84-DD4B-847B-190272AC2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7148" y="1121498"/>
            <a:ext cx="4831597" cy="2001495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3558A-FD1C-5446-B48F-75E3DC0A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CA5DB-DA5E-F746-9C95-F8AAA5AB9D02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A79D84-B3DC-BD48-BF69-3709671C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4E5ED-9DB3-F940-8195-CCA39B82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AE841B6-B1F0-3642-B83D-C6E1BE281D5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3735008"/>
            <a:ext cx="5066654" cy="2001494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C1B3734-A5B9-A34A-99EC-C334744ACB0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4801" y="3735007"/>
            <a:ext cx="4831597" cy="2001495"/>
          </a:xfrm>
        </p:spPr>
        <p:txBody>
          <a:bodyPr/>
          <a:lstStyle>
            <a:lvl1pPr>
              <a:defRPr>
                <a:latin typeface="Trangshandwriting" panose="02000503000000000000" pitchFamily="2" charset="0"/>
              </a:defRPr>
            </a:lvl1pPr>
            <a:lvl2pPr>
              <a:defRPr>
                <a:latin typeface="Trangshandwriting" panose="02000503000000000000" pitchFamily="2" charset="0"/>
              </a:defRPr>
            </a:lvl2pPr>
            <a:lvl3pPr>
              <a:defRPr>
                <a:latin typeface="Trangshandwriting" panose="02000503000000000000" pitchFamily="2" charset="0"/>
              </a:defRPr>
            </a:lvl3pPr>
            <a:lvl4pPr>
              <a:defRPr>
                <a:latin typeface="Trangshandwriting" panose="02000503000000000000" pitchFamily="2" charset="0"/>
              </a:defRPr>
            </a:lvl4pPr>
            <a:lvl5pPr>
              <a:defRPr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873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6744-AD16-284A-A256-67161EECB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2DAE7-F041-1C4A-91CA-4FC9B0667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8F5BC-7E2D-AB40-AC3A-E18F7162C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110563-9B8C-5246-BF8C-DD1D17360D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29EBC-175A-9D44-9A78-9B89D5C840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8414A-14B6-6A40-B34C-771557F2D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5C72F-6C1B-BA40-8853-3E99D89E317E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254650-8268-6E4F-882F-9480400B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ED09E5-C1BD-024B-A638-63A494B0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150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AF3D-A275-114E-8EF5-4778E6782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C3E6A-6084-184C-B2FA-5D5B4697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55EA2-9357-B146-B940-6B0B033C81A6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B1506-D9F0-AD47-B6B3-5296F8CE8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E1886-711F-354E-8AB7-5EDB5BBE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3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3AD73B-3E22-FD4B-950C-5888099B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A4535-2762-FA49-9E03-A4AD17726A63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2603D4-AFEB-C243-9059-34F14224F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F2A8F-682D-2F42-9288-8061B4A9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773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tica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70BA0-73E9-354A-855D-70E0A3877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52" y="136525"/>
            <a:ext cx="10515600" cy="797753"/>
          </a:xfrm>
        </p:spPr>
        <p:txBody>
          <a:bodyPr/>
          <a:lstStyle>
            <a:lvl1pPr>
              <a:defRPr u="dotted" baseline="0">
                <a:uFill>
                  <a:solidFill>
                    <a:schemeClr val="accent4">
                      <a:lumMod val="50000"/>
                    </a:schemeClr>
                  </a:solidFill>
                </a:u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DED8C-2F2B-404A-94B9-68ECB03B3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611" y="1063488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21968-DB1D-484C-AAFC-DBB8FC946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BDB6E-76FB-8F4B-938A-48D0A87A6E19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12E132-BBC4-E348-8859-4C2D1CD8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BF79C-A68C-C046-973D-54E66A32F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1370765-7A07-243A-5AF5-D5D2FF0CDC4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15611" y="1959252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32F3DF4-E6A6-838E-B37F-1E65A0FF816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5611" y="2855016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826B14-9418-3F43-7972-7CAAFE2465F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5611" y="3750780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E3D5714-18E9-DBD4-1ABA-D34AB21486C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5611" y="4646545"/>
            <a:ext cx="10528852" cy="460512"/>
          </a:xfrm>
        </p:spPr>
        <p:txBody>
          <a:bodyPr/>
          <a:lstStyle>
            <a:lvl1pPr>
              <a:defRPr baseline="0">
                <a:latin typeface="Trangshandwriting" panose="02000503000000000000" pitchFamily="2" charset="0"/>
              </a:defRPr>
            </a:lvl1pPr>
            <a:lvl2pPr marL="457200" indent="0">
              <a:buNone/>
              <a:defRPr baseline="0">
                <a:latin typeface="Trangshandwriting" panose="02000503000000000000" pitchFamily="2" charset="0"/>
              </a:defRPr>
            </a:lvl2pPr>
            <a:lvl3pPr>
              <a:defRPr baseline="0">
                <a:latin typeface="Trangshandwriting" panose="02000503000000000000" pitchFamily="2" charset="0"/>
              </a:defRPr>
            </a:lvl3pPr>
            <a:lvl4pPr marL="1371600" indent="0">
              <a:buNone/>
              <a:defRPr baseline="0">
                <a:latin typeface="Trangshandwriting" panose="02000503000000000000" pitchFamily="2" charset="0"/>
              </a:defRPr>
            </a:lvl4pPr>
            <a:lvl5pPr>
              <a:defRPr baseline="0">
                <a:latin typeface="Trangshandwriting" panose="02000503000000000000" pitchFamily="2" charset="0"/>
              </a:defRPr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808624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7C2B-D212-C045-924D-876EE1311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9474-87FC-8E41-B3FD-1767A171C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EF2CB-5899-9544-BD18-3BDCEDED1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34AD2-AB11-1146-BF08-679C18BA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15FF1-25BD-1648-97C9-D95891DAC24C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DF692A-CB68-8D4A-8B19-56B371E7D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439F3-BF0D-1A44-AB50-CEBB5A34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43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EA41-A551-7540-869D-738A550F2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2F1FB5-D9ED-2843-AC35-E34D1A194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0F6BE-3EC6-F54C-9265-211EA6725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A9695-8281-774D-B450-E3DBDBB7C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F78B-6906-6A4D-A620-A24C4B2721FE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88F05-79FB-DF43-9B9C-60A58C30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DF19E0-8C34-FE4A-9362-8AF67F534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23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B015-41C7-E949-9F96-35B92563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38062-5BCB-0D49-8F0B-2268CA0DD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0D7A2-BA76-CC4F-88A4-17EC31156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2847B-304B-1541-A023-6FC35800D454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B12CF-42CA-5D42-B918-BED2CFDFB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7159-F95E-BD4C-A62A-DC0F96EC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89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964583-AB03-C549-A0EB-5B067B1F2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15522-6399-CC41-AB3D-F3DC83FCE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2ED2D-1F55-CA4E-82F3-C44288F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EE199-AA7A-F34F-AC98-BBB8A8426897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DFE15-7278-0B40-9881-E6DC4897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6AB0C-E6D6-7E46-A628-A3E610BC1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204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alphaModFix amt="48000"/>
            <a:lum/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FF712-6280-4F48-84F9-E448490E8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21984-CD34-3C4B-9085-BCBBB04E7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C2DED-AC91-D84C-90F4-E9BFCB44FB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7B97E-4F01-244D-B00A-40018C48619A}" type="datetime1">
              <a:rPr lang="en-US" smtClean="0"/>
              <a:t>8/19/26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EDD05-DC54-8444-B0CE-605923D37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41B1D-2000-D247-867E-3AA2C028D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2ECBE-3004-924A-B6D7-FB9F779CC8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2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60" r:id="rId6"/>
    <p:sldLayoutId id="2147483653" r:id="rId7"/>
    <p:sldLayoutId id="2147483654" r:id="rId8"/>
    <p:sldLayoutId id="2147483655" r:id="rId9"/>
    <p:sldLayoutId id="2147483662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rangshandwriting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183D0-CE17-7843-B2DE-DCD30C563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BDA 411/511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Introduction to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E0693-C14A-C640-8078-86B6C97CE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0364" y="4689755"/>
            <a:ext cx="10453956" cy="1757082"/>
          </a:xfrm>
        </p:spPr>
        <p:txBody>
          <a:bodyPr anchor="ctr">
            <a:noAutofit/>
          </a:bodyPr>
          <a:lstStyle/>
          <a:p>
            <a:pPr algn="l"/>
            <a:r>
              <a:rPr lang="en-US" sz="2800" dirty="0"/>
              <a:t>2026 Fall</a:t>
            </a:r>
          </a:p>
          <a:p>
            <a:pPr algn="l"/>
            <a:r>
              <a:rPr lang="en-US" altLang="zh-CN" sz="2800" dirty="0"/>
              <a:t>Dr. Xuping Xie</a:t>
            </a:r>
          </a:p>
          <a:p>
            <a:pPr algn="l"/>
            <a:r>
              <a:rPr lang="en-US" sz="2800" dirty="0"/>
              <a:t>Department of Math &amp; Stat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CE763-781E-4243-8E5E-531CD9294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90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EF40-0DBE-C672-F0D5-D7662DB1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D6D25-7C16-5F3B-11C9-8BFF0778D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3488"/>
            <a:ext cx="10528852" cy="903857"/>
          </a:xfrm>
        </p:spPr>
        <p:txBody>
          <a:bodyPr/>
          <a:lstStyle/>
          <a:p>
            <a:r>
              <a:rPr lang="en-US" dirty="0"/>
              <a:t>Traditional: rules are available to solve a specific problem</a:t>
            </a:r>
          </a:p>
          <a:p>
            <a:pPr lvl="1"/>
            <a:r>
              <a:rPr lang="en-US" dirty="0"/>
              <a:t>Solve a linear system                 Ax=b,  x=A\b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B735E-726B-A7D1-C44F-30B84F1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8EA9C7-9AC7-48EC-CF57-84789A7E6E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51452" y="2493768"/>
            <a:ext cx="10528852" cy="929067"/>
          </a:xfrm>
        </p:spPr>
        <p:txBody>
          <a:bodyPr/>
          <a:lstStyle/>
          <a:p>
            <a:r>
              <a:rPr lang="en-US" dirty="0"/>
              <a:t>What if the rules are difficult/impossible to find?</a:t>
            </a:r>
          </a:p>
          <a:p>
            <a:pPr lvl="1"/>
            <a:r>
              <a:rPr lang="en-US" dirty="0"/>
              <a:t>Tell whether there is a cat in a photo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21120D-8ED0-AA98-F3FB-EF5CDCA02F7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51452" y="4129211"/>
            <a:ext cx="10528852" cy="1063304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/>
              <a:t>Machine learning</a:t>
            </a:r>
          </a:p>
          <a:p>
            <a:pPr lvl="1"/>
            <a:r>
              <a:rPr lang="en-US" sz="2600" dirty="0"/>
              <a:t>Learn a rule from (historical) data</a:t>
            </a:r>
          </a:p>
          <a:p>
            <a:pPr lvl="1"/>
            <a:r>
              <a:rPr lang="en-US" sz="2600" dirty="0"/>
              <a:t>Use the rule to make predictions on new data</a:t>
            </a:r>
          </a:p>
        </p:txBody>
      </p:sp>
      <p:pic>
        <p:nvPicPr>
          <p:cNvPr id="8" name="Picture 7" descr="A close up of a cat and a dog&#10;&#10;Description automatically generated">
            <a:extLst>
              <a:ext uri="{FF2B5EF4-FFF2-40B4-BE49-F238E27FC236}">
                <a16:creationId xmlns:a16="http://schemas.microsoft.com/office/drawing/2014/main" id="{316A2091-9ED3-EB57-A2B2-BC3933380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565" y="2484251"/>
            <a:ext cx="3329193" cy="187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938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826A-5A12-C343-8604-22453804F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995"/>
            <a:ext cx="10515600" cy="741405"/>
          </a:xfrm>
        </p:spPr>
        <p:txBody>
          <a:bodyPr>
            <a:normAutofit/>
          </a:bodyPr>
          <a:lstStyle/>
          <a:p>
            <a:r>
              <a:rPr lang="en-US" u="dotted" dirty="0">
                <a:uFill>
                  <a:solidFill>
                    <a:schemeClr val="accent4">
                      <a:lumMod val="50000"/>
                    </a:schemeClr>
                  </a:solidFill>
                </a:uFill>
                <a:latin typeface="Trangshandwriting" panose="02000503000000000000" pitchFamily="2" charset="0"/>
              </a:rPr>
              <a:t>An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4A750-2EAF-B24C-940E-4A5A72108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5611"/>
            <a:ext cx="10515600" cy="5151352"/>
          </a:xfrm>
        </p:spPr>
        <p:txBody>
          <a:bodyPr/>
          <a:lstStyle/>
          <a:p>
            <a:r>
              <a:rPr lang="en-US" dirty="0">
                <a:latin typeface="Trangshandwriting" panose="02000503000000000000" pitchFamily="2" charset="0"/>
              </a:rPr>
              <a:t>Product recommendation for Amazon customers </a:t>
            </a:r>
          </a:p>
          <a:p>
            <a:pPr marL="0" indent="0">
              <a:buNone/>
            </a:pPr>
            <a:endParaRPr lang="en-US" dirty="0">
              <a:latin typeface="Trangshandwriting" panose="02000503000000000000" pitchFamily="2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0C9E47F-4220-3B4D-AAE6-D16880724CBF}"/>
              </a:ext>
            </a:extLst>
          </p:cNvPr>
          <p:cNvSpPr/>
          <p:nvPr/>
        </p:nvSpPr>
        <p:spPr>
          <a:xfrm>
            <a:off x="1085335" y="1558977"/>
            <a:ext cx="10787448" cy="20148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>
              <a:latin typeface="Trangshandwriting" panose="02000503000000000000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86F7A05-F2D7-A045-B6E4-2168987121BB}"/>
              </a:ext>
            </a:extLst>
          </p:cNvPr>
          <p:cNvGrpSpPr/>
          <p:nvPr/>
        </p:nvGrpSpPr>
        <p:grpSpPr>
          <a:xfrm>
            <a:off x="1198606" y="2150075"/>
            <a:ext cx="9576486" cy="1160827"/>
            <a:chOff x="1260389" y="1606378"/>
            <a:chExt cx="9576486" cy="116082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C825732-B21F-B843-9C79-1E32EDA05797}"/>
                </a:ext>
              </a:extLst>
            </p:cNvPr>
            <p:cNvGrpSpPr/>
            <p:nvPr/>
          </p:nvGrpSpPr>
          <p:grpSpPr>
            <a:xfrm>
              <a:off x="1260389" y="1606378"/>
              <a:ext cx="2310714" cy="1160827"/>
              <a:chOff x="1260389" y="1606378"/>
              <a:chExt cx="2310714" cy="1160827"/>
            </a:xfrm>
          </p:grpSpPr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CC415C24-5C6C-5745-9503-AD1C34D454D7}"/>
                  </a:ext>
                </a:extLst>
              </p:cNvPr>
              <p:cNvSpPr/>
              <p:nvPr/>
            </p:nvSpPr>
            <p:spPr>
              <a:xfrm>
                <a:off x="1260389" y="1606378"/>
                <a:ext cx="2310714" cy="432487"/>
              </a:xfrm>
              <a:prstGeom prst="round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Trangshandwriting" panose="02000503000000000000" pitchFamily="2" charset="0"/>
                  </a:rPr>
                  <a:t>Customer’s profile</a:t>
                </a:r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967A4E95-8BE6-874F-A5E3-5C7E06D1B5D7}"/>
                  </a:ext>
                </a:extLst>
              </p:cNvPr>
              <p:cNvSpPr/>
              <p:nvPr/>
            </p:nvSpPr>
            <p:spPr>
              <a:xfrm>
                <a:off x="1260389" y="2334718"/>
                <a:ext cx="2310714" cy="432487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Trangshandwriting" panose="02000503000000000000" pitchFamily="2" charset="0"/>
                  </a:rPr>
                  <a:t>Hand-crafted rules</a:t>
                </a:r>
              </a:p>
            </p:txBody>
          </p:sp>
        </p:grp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018E707-B54E-6644-9E97-7D97FC78CF95}"/>
                </a:ext>
              </a:extLst>
            </p:cNvPr>
            <p:cNvSpPr/>
            <p:nvPr/>
          </p:nvSpPr>
          <p:spPr>
            <a:xfrm>
              <a:off x="4694537" y="1649627"/>
              <a:ext cx="1866900" cy="1074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Trangshandwriting" panose="02000503000000000000" pitchFamily="2" charset="0"/>
                </a:rPr>
                <a:t>Machine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D35DA63B-5230-584B-B142-493C8F1CDE46}"/>
                </a:ext>
              </a:extLst>
            </p:cNvPr>
            <p:cNvSpPr/>
            <p:nvPr/>
          </p:nvSpPr>
          <p:spPr>
            <a:xfrm>
              <a:off x="8635314" y="1816089"/>
              <a:ext cx="2201561" cy="74140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Trangshandwriting" panose="02000503000000000000" pitchFamily="2" charset="0"/>
                </a:rPr>
                <a:t>Recommended products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30C3FD3-8DFE-1844-82F6-C6A830EF5FA4}"/>
                </a:ext>
              </a:extLst>
            </p:cNvPr>
            <p:cNvCxnSpPr>
              <a:cxnSpLocks/>
            </p:cNvCxnSpPr>
            <p:nvPr/>
          </p:nvCxnSpPr>
          <p:spPr>
            <a:xfrm>
              <a:off x="3573162" y="1806466"/>
              <a:ext cx="1121375" cy="23239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C9880A8-6CD6-C54C-A4DF-726C4C4112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1103" y="2344693"/>
              <a:ext cx="1123434" cy="2062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C0845E1-F6E1-7C49-B344-678FF2C952B6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6561437" y="2186792"/>
              <a:ext cx="2073877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28C1D5E-736D-D140-817F-F85815F46E69}"/>
              </a:ext>
            </a:extLst>
          </p:cNvPr>
          <p:cNvSpPr/>
          <p:nvPr/>
        </p:nvSpPr>
        <p:spPr>
          <a:xfrm>
            <a:off x="4482928" y="1607567"/>
            <a:ext cx="3226143" cy="4448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rangshandwriting" panose="02000503000000000000" pitchFamily="2" charset="0"/>
              </a:rPr>
              <a:t>Traditional approach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4417AF8-FDD7-BF4A-9BEC-A7E633B867A9}"/>
              </a:ext>
            </a:extLst>
          </p:cNvPr>
          <p:cNvSpPr/>
          <p:nvPr/>
        </p:nvSpPr>
        <p:spPr>
          <a:xfrm>
            <a:off x="1105930" y="3998244"/>
            <a:ext cx="10787448" cy="201485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>
              <a:latin typeface="Trangshandwriting" panose="02000503000000000000" pitchFamily="2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216385E-422D-CE4B-83FD-E54F3832EFEA}"/>
              </a:ext>
            </a:extLst>
          </p:cNvPr>
          <p:cNvGrpSpPr/>
          <p:nvPr/>
        </p:nvGrpSpPr>
        <p:grpSpPr>
          <a:xfrm>
            <a:off x="1198606" y="4589342"/>
            <a:ext cx="7374924" cy="1160827"/>
            <a:chOff x="1260389" y="1606378"/>
            <a:chExt cx="7374924" cy="116082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44B74CD-21F4-8C46-884A-62BFDD7ECADD}"/>
                </a:ext>
              </a:extLst>
            </p:cNvPr>
            <p:cNvGrpSpPr/>
            <p:nvPr/>
          </p:nvGrpSpPr>
          <p:grpSpPr>
            <a:xfrm>
              <a:off x="1260389" y="1606378"/>
              <a:ext cx="2310714" cy="1160827"/>
              <a:chOff x="1260389" y="1606378"/>
              <a:chExt cx="2310714" cy="1160827"/>
            </a:xfrm>
          </p:grpSpPr>
          <p:sp>
            <p:nvSpPr>
              <p:cNvPr id="37" name="Rounded Rectangle 36">
                <a:extLst>
                  <a:ext uri="{FF2B5EF4-FFF2-40B4-BE49-F238E27FC236}">
                    <a16:creationId xmlns:a16="http://schemas.microsoft.com/office/drawing/2014/main" id="{FD59C64E-C166-DE4E-A697-6DFC95C08827}"/>
                  </a:ext>
                </a:extLst>
              </p:cNvPr>
              <p:cNvSpPr/>
              <p:nvPr/>
            </p:nvSpPr>
            <p:spPr>
              <a:xfrm>
                <a:off x="1260389" y="1606378"/>
                <a:ext cx="2310714" cy="432487"/>
              </a:xfrm>
              <a:prstGeom prst="roundRect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Trangshandwriting" panose="02000503000000000000" pitchFamily="2" charset="0"/>
                  </a:rPr>
                  <a:t>Customer’s profile</a:t>
                </a:r>
              </a:p>
            </p:txBody>
          </p:sp>
          <p:sp>
            <p:nvSpPr>
              <p:cNvPr id="38" name="Rounded Rectangle 37">
                <a:extLst>
                  <a:ext uri="{FF2B5EF4-FFF2-40B4-BE49-F238E27FC236}">
                    <a16:creationId xmlns:a16="http://schemas.microsoft.com/office/drawing/2014/main" id="{E7B22225-B145-A949-9DE5-E64AA8D3751A}"/>
                  </a:ext>
                </a:extLst>
              </p:cNvPr>
              <p:cNvSpPr/>
              <p:nvPr/>
            </p:nvSpPr>
            <p:spPr>
              <a:xfrm>
                <a:off x="1260389" y="2334718"/>
                <a:ext cx="2310714" cy="432487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latin typeface="Trangshandwriting" panose="02000503000000000000" pitchFamily="2" charset="0"/>
                  </a:rPr>
                  <a:t>Purchase history</a:t>
                </a:r>
              </a:p>
            </p:txBody>
          </p:sp>
        </p:grp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4F2BA5B4-D681-584C-B828-C57E9AFAC280}"/>
                </a:ext>
              </a:extLst>
            </p:cNvPr>
            <p:cNvSpPr/>
            <p:nvPr/>
          </p:nvSpPr>
          <p:spPr>
            <a:xfrm>
              <a:off x="4694537" y="1649627"/>
              <a:ext cx="1866900" cy="1074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Trangshandwriting" panose="02000503000000000000" pitchFamily="2" charset="0"/>
                </a:rPr>
                <a:t>Machine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6E83751D-77C1-B74D-9B9E-261E6E3AF121}"/>
                </a:ext>
              </a:extLst>
            </p:cNvPr>
            <p:cNvSpPr/>
            <p:nvPr/>
          </p:nvSpPr>
          <p:spPr>
            <a:xfrm>
              <a:off x="7582929" y="1804084"/>
              <a:ext cx="1052384" cy="741405"/>
            </a:xfrm>
            <a:prstGeom prst="round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latin typeface="Trangshandwriting" panose="02000503000000000000" pitchFamily="2" charset="0"/>
                </a:rPr>
                <a:t>Model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82E2FBC-87CF-F041-9564-41EF38B3E687}"/>
                </a:ext>
              </a:extLst>
            </p:cNvPr>
            <p:cNvCxnSpPr>
              <a:cxnSpLocks/>
            </p:cNvCxnSpPr>
            <p:nvPr/>
          </p:nvCxnSpPr>
          <p:spPr>
            <a:xfrm>
              <a:off x="3573162" y="1806466"/>
              <a:ext cx="1172862" cy="21624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EAC1E05-3B19-EB4E-A89B-75B1F36099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71103" y="2344693"/>
              <a:ext cx="1123434" cy="2062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DCDF8C5-C8D4-5746-8D5F-13041FD09BBA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 flipV="1">
              <a:off x="6561437" y="2174787"/>
              <a:ext cx="1021492" cy="1200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E04C012-D8D5-4B42-B698-C394A8E2AA8D}"/>
              </a:ext>
            </a:extLst>
          </p:cNvPr>
          <p:cNvSpPr/>
          <p:nvPr/>
        </p:nvSpPr>
        <p:spPr>
          <a:xfrm>
            <a:off x="4482928" y="4046834"/>
            <a:ext cx="3226143" cy="4448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rangshandwriting" panose="02000503000000000000" pitchFamily="2" charset="0"/>
              </a:rPr>
              <a:t>Machine learning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F89B334F-0644-D847-BA8B-E8060F912C7F}"/>
              </a:ext>
            </a:extLst>
          </p:cNvPr>
          <p:cNvSpPr/>
          <p:nvPr/>
        </p:nvSpPr>
        <p:spPr>
          <a:xfrm>
            <a:off x="9486386" y="4787049"/>
            <a:ext cx="2224217" cy="7414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rangshandwriting" panose="02000503000000000000" pitchFamily="2" charset="0"/>
              </a:rPr>
              <a:t>Recommended products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10521C1-B9B5-5443-9956-B5E4427FE7DC}"/>
              </a:ext>
            </a:extLst>
          </p:cNvPr>
          <p:cNvCxnSpPr>
            <a:cxnSpLocks/>
            <a:stCxn id="33" idx="3"/>
            <a:endCxn id="55" idx="1"/>
          </p:cNvCxnSpPr>
          <p:nvPr/>
        </p:nvCxnSpPr>
        <p:spPr>
          <a:xfrm>
            <a:off x="8573530" y="5157751"/>
            <a:ext cx="912856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7553F-1768-804B-BF4C-F8A93BD95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79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AFA4E-26B1-AAD6-CA15-8513518F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We Use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C0B85-3345-D2EA-BB4D-FD8E62D9D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901" y="1098412"/>
            <a:ext cx="10528852" cy="4605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Human expertise does not exist (navigating on Mars)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15E3-45B7-E394-79A2-FCD5C410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07FE49-BE81-65B9-82E9-EBF36606B1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87901" y="1985445"/>
            <a:ext cx="10528852" cy="4605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Humans can’t explain their expertise (speech recognition)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E8495-3C8E-096C-761D-08D1F5A59CE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87901" y="2872478"/>
            <a:ext cx="10528852" cy="4605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Models must be customized (personalized medicine)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40EF52-990C-D040-C347-EFB511DB7B27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87901" y="3759511"/>
            <a:ext cx="10528852" cy="4605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Models are based on huge amounts of data (genomics)</a:t>
            </a:r>
          </a:p>
        </p:txBody>
      </p:sp>
    </p:spTree>
    <p:extLst>
      <p:ext uri="{BB962C8B-B14F-4D97-AF65-F5344CB8AC3E}">
        <p14:creationId xmlns:p14="http://schemas.microsoft.com/office/powerpoint/2010/main" val="2353184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8B2C8-4D96-2CC0-A962-A398F52D8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55519-ED05-4CC5-A2C0-A5403DD74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Recognizing patterns: Speech Recognition, facial identity,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BDC4C-EB57-828C-8546-EA16B5860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781FF0-36C7-0AA1-465F-316C791D089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Recommender Systems: Amazon, Netflix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528D58-8295-9AAA-B8EB-C6AF9E3EAE09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Information retrieval: Find documents or images with similar content</a:t>
            </a:r>
          </a:p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2BFEA1-B503-BF7F-B2DC-90F2B38DC27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Robotics: perception, planning, etc. autonomous driving, drones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4CBC45-8CA2-6719-329A-EF606492C17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15611" y="4646544"/>
            <a:ext cx="10528852" cy="814041"/>
          </a:xfrm>
        </p:spPr>
        <p:txBody>
          <a:bodyPr>
            <a:noAutofit/>
          </a:bodyPr>
          <a:lstStyle/>
          <a:p>
            <a:r>
              <a:rPr lang="en-US" dirty="0"/>
              <a:t>Recognizing anomalies: Unusual sequences of credit card transactions, panic situation at an airport</a:t>
            </a:r>
          </a:p>
        </p:txBody>
      </p:sp>
    </p:spTree>
    <p:extLst>
      <p:ext uri="{BB962C8B-B14F-4D97-AF65-F5344CB8AC3E}">
        <p14:creationId xmlns:p14="http://schemas.microsoft.com/office/powerpoint/2010/main" val="1392722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machine learning&#10;&#10;Description automatically generated">
            <a:extLst>
              <a:ext uri="{FF2B5EF4-FFF2-40B4-BE49-F238E27FC236}">
                <a16:creationId xmlns:a16="http://schemas.microsoft.com/office/drawing/2014/main" id="{4BD365B2-DB7F-4CFA-1ADA-E1C71FD35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75" y="997325"/>
            <a:ext cx="6589537" cy="4859781"/>
          </a:xfrm>
          <a:prstGeom prst="rect">
            <a:avLst/>
          </a:prstGeom>
        </p:spPr>
      </p:pic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CAAB90-F8E8-3741-40B2-EBE22850D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Relations in ML/AI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BE06-EBC4-D31A-00E6-791CC44B5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2496" y="4301656"/>
            <a:ext cx="2705619" cy="7626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63B5B-E1AE-CB92-E421-5F4FCAF5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84689" y="4887261"/>
            <a:ext cx="1669112" cy="1008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B1E2ECBE-3004-924A-B6D7-FB9F779CC8BD}" type="slidenum">
              <a:rPr lang="en-US" sz="660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6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524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AB90-F8E8-3741-40B2-EBE22850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Techniques in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ABE06-EBC4-D31A-00E6-791CC44B5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63B5B-E1AE-CB92-E421-5F4FCAF5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E20F23-BDBF-4600-EA4D-28AA0223E165}"/>
              </a:ext>
            </a:extLst>
          </p:cNvPr>
          <p:cNvSpPr/>
          <p:nvPr/>
        </p:nvSpPr>
        <p:spPr>
          <a:xfrm>
            <a:off x="3465226" y="1063487"/>
            <a:ext cx="3657600" cy="3657601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latin typeface="Trangpencil" panose="02000503000000000000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906AF1-F0E4-7B92-A40E-694C47086990}"/>
              </a:ext>
            </a:extLst>
          </p:cNvPr>
          <p:cNvSpPr/>
          <p:nvPr/>
        </p:nvSpPr>
        <p:spPr>
          <a:xfrm>
            <a:off x="4666313" y="2519362"/>
            <a:ext cx="3657600" cy="3657601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latin typeface="Trangpencil" panose="02000503000000000000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189A36-F8E3-CEE1-D2E7-7A06CD80250D}"/>
              </a:ext>
            </a:extLst>
          </p:cNvPr>
          <p:cNvSpPr/>
          <p:nvPr/>
        </p:nvSpPr>
        <p:spPr>
          <a:xfrm>
            <a:off x="5685644" y="1063486"/>
            <a:ext cx="3657600" cy="3657601"/>
          </a:xfrm>
          <a:prstGeom prst="ellipse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>
              <a:latin typeface="Trangpencil" panose="02000503000000000000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2A8B7E-2242-E95A-2BED-8A04EA035A4B}"/>
              </a:ext>
            </a:extLst>
          </p:cNvPr>
          <p:cNvSpPr/>
          <p:nvPr/>
        </p:nvSpPr>
        <p:spPr>
          <a:xfrm>
            <a:off x="4107305" y="1678898"/>
            <a:ext cx="1469036" cy="6145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rangshandwriting" panose="02000503000000000000" pitchFamily="2" charset="0"/>
              </a:rPr>
              <a:t>Math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14E84F-D7CB-BE2D-993F-4D09496792A7}"/>
              </a:ext>
            </a:extLst>
          </p:cNvPr>
          <p:cNvSpPr txBox="1"/>
          <p:nvPr/>
        </p:nvSpPr>
        <p:spPr>
          <a:xfrm>
            <a:off x="7540052" y="1753850"/>
            <a:ext cx="1070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angshandwriting" panose="02000503000000000000" pitchFamily="2" charset="0"/>
              </a:rPr>
              <a:t>Stat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30CAA9-E4E6-682A-5218-3EA21EFDAFA7}"/>
              </a:ext>
            </a:extLst>
          </p:cNvPr>
          <p:cNvSpPr txBox="1"/>
          <p:nvPr/>
        </p:nvSpPr>
        <p:spPr>
          <a:xfrm>
            <a:off x="5291528" y="4963379"/>
            <a:ext cx="2428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angshandwriting" panose="02000503000000000000" pitchFamily="2" charset="0"/>
              </a:rPr>
              <a:t>Computer Science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187FF1-CB6B-5686-F779-5B4EEEE7CA51}"/>
              </a:ext>
            </a:extLst>
          </p:cNvPr>
          <p:cNvSpPr txBox="1"/>
          <p:nvPr/>
        </p:nvSpPr>
        <p:spPr>
          <a:xfrm>
            <a:off x="6131599" y="2992075"/>
            <a:ext cx="9912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angshandwriting" panose="02000503000000000000" pitchFamily="2" charset="0"/>
              </a:rPr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2869408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DE794D-5976-D68C-CCBD-A7781480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Types of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879B6-66C4-6C00-F66B-640DF793C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33CE9C3A-6D0E-A046-CEC2-FE0F8AAB8E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63487"/>
          <a:ext cx="10515600" cy="511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980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3C592E-3ADB-8D2F-4588-FD060D89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4000"/>
              <a:t>Supervised Learning: Regression</a:t>
            </a:r>
          </a:p>
        </p:txBody>
      </p:sp>
      <p:pic>
        <p:nvPicPr>
          <p:cNvPr id="6" name="Picture 5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62E2DD1D-B8E6-B754-D015-0B45A6C42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276" y="457200"/>
            <a:ext cx="6282409" cy="34553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C3C88-16CD-CB4B-D3BA-DD9A03036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415" y="4230094"/>
            <a:ext cx="6235268" cy="1800164"/>
          </a:xfrm>
        </p:spPr>
        <p:txBody>
          <a:bodyPr anchor="t">
            <a:normAutofit/>
          </a:bodyPr>
          <a:lstStyle/>
          <a:p>
            <a:r>
              <a:rPr lang="en-US" sz="2000"/>
              <a:t>Given (x1, y1), (x2, y2), …, (xn, yn)</a:t>
            </a:r>
          </a:p>
          <a:p>
            <a:r>
              <a:rPr lang="en-US" sz="2000"/>
              <a:t>Learn a function f(x) to predict the output y for a given x</a:t>
            </a:r>
          </a:p>
          <a:p>
            <a:pPr lvl="1"/>
            <a:r>
              <a:rPr lang="en-US" sz="2000"/>
              <a:t>Regression: y is real-valued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43E0D-788C-8FB4-9837-954FC7C53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1877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93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C7F6F-2C7A-C7FA-B437-C016D33E2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Supervised Learning: Classification</a:t>
            </a:r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5A82EC3A-46AC-6DD2-5F7D-DE520BDFD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878" y="402570"/>
            <a:ext cx="7890243" cy="32152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14BCF-55BF-7BBC-8ED7-800687A02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r>
              <a:rPr lang="en-US" sz="2000"/>
              <a:t>Given (x1, y1), (x2, y2), …, (xn, yn)</a:t>
            </a:r>
          </a:p>
          <a:p>
            <a:r>
              <a:rPr lang="en-US" sz="2000"/>
              <a:t>Learn a function f(x) to predict the output y for a given x</a:t>
            </a:r>
          </a:p>
          <a:p>
            <a:pPr lvl="1"/>
            <a:r>
              <a:rPr lang="en-US" sz="2000"/>
              <a:t>Classification: y is categorical</a:t>
            </a:r>
          </a:p>
          <a:p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8599-FB9E-4786-7046-E58A2BAB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007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506F39-C431-FBA7-9E20-E2667722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4000"/>
              <a:t>Unsupervised Learning</a:t>
            </a:r>
          </a:p>
        </p:txBody>
      </p:sp>
      <p:pic>
        <p:nvPicPr>
          <p:cNvPr id="6" name="Picture 5" descr="Chart, bubble chart&#10;&#10;Description automatically generated">
            <a:extLst>
              <a:ext uri="{FF2B5EF4-FFF2-40B4-BE49-F238E27FC236}">
                <a16:creationId xmlns:a16="http://schemas.microsoft.com/office/drawing/2014/main" id="{FDAB1C51-D3E5-98E2-C044-60A0875F6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998" y="457200"/>
            <a:ext cx="8916965" cy="345532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115C5-E02C-FABD-5418-576341269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6415" y="4230094"/>
            <a:ext cx="6235268" cy="1800164"/>
          </a:xfrm>
        </p:spPr>
        <p:txBody>
          <a:bodyPr anchor="t">
            <a:normAutofit/>
          </a:bodyPr>
          <a:lstStyle/>
          <a:p>
            <a:r>
              <a:rPr lang="en-US" sz="2000"/>
              <a:t>Given x1, x2, …, xn (without labels)</a:t>
            </a:r>
          </a:p>
          <a:p>
            <a:r>
              <a:rPr lang="en-US" sz="2000"/>
              <a:t>Output hidden structure behind the x’s</a:t>
            </a:r>
          </a:p>
          <a:p>
            <a:pPr lvl="1"/>
            <a:r>
              <a:rPr lang="en-US" sz="2000"/>
              <a:t>E.g., clustering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2D366-BBD1-3EC9-FC71-DB39966F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1877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10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4B2327-DC40-D360-BA0D-CD36282B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DC989-960D-DD3C-2852-4714BE83F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Independent component analysis: separate a combined signal into its original sources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96316C-A4EE-352B-C689-C851ABB96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469016"/>
            <a:ext cx="7225748" cy="39199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F2C7A-98F0-D455-7A69-68694D2B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249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CBF3D4-49B0-E6CB-DE3C-1B704E29A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Modern 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F5F31-789E-5758-999A-2C061127B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AD056B9-D9A4-7925-3789-29BFFF1084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953660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5562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B154-6B95-EDFA-1A65-094657B21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Designing a Learning System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A0574-A4F2-6DE4-7D0C-ABFA0B2E3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/>
              <a:t>Choose the training experience</a:t>
            </a:r>
          </a:p>
          <a:p>
            <a:r>
              <a:rPr lang="en-US" sz="2000"/>
              <a:t>Choose exactly what is to be learned: the target function</a:t>
            </a:r>
          </a:p>
          <a:p>
            <a:r>
              <a:rPr lang="en-US" sz="2000"/>
              <a:t>Choose how to represent the target function</a:t>
            </a:r>
          </a:p>
          <a:p>
            <a:r>
              <a:rPr lang="en-US" sz="2000"/>
              <a:t>Choose a learning algorithm to infer the target function from the experience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E7D6A9E3-CDF8-9845-63EF-66D15CD2E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61960"/>
            <a:ext cx="6903720" cy="293407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6805B-ABBF-55A5-5EA1-16D3D82C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57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9BBF8-FB26-954B-4ED6-C2C22F76A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in Machine Learning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FDD6758-ABA4-2FAC-E454-6D5068DD90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63487"/>
          <a:ext cx="10515600" cy="511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6D2CA-1939-C7C6-8BDD-A3AF44A3F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58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EF624-D801-0E23-A16F-6B5F93719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Function Representations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D8609C9-31B3-E7E3-AC08-A1812DBBB7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63487"/>
          <a:ext cx="10515600" cy="511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047C2-DC8F-2653-4F20-79F34AFDC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111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56DFA-63A2-DC11-730B-71BE59BF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Search/Optimization Algorithms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5D33FF9-F976-02A3-6208-D67C4CCF56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63487"/>
          <a:ext cx="10515600" cy="511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CF645-DB24-1D49-0295-B485FA9C0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3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97C34E-FAD9-0A0F-F126-3C95C43E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Evaluation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CBAF0-FB93-EBB0-CF6B-D50D2B5F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1E2ECBE-3004-924A-B6D7-FB9F779CC8BD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BA752E0-D4D3-C7E0-8254-A5ADE1A0DB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3795871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9970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3C4B-B345-4B86-35B9-1BBF9A858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in Practice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F5B385B-8228-491C-4460-F2CA5136FC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63487"/>
          <a:ext cx="10515600" cy="511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5EA87-B167-4252-DDD9-0C299B4F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578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46C3A-8CD6-8240-250F-D308D5FF7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 Learned about Learning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C3FC6DF-4E62-5EE7-708C-6BE067DA62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63487"/>
          <a:ext cx="10515600" cy="511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13F9-F8F0-6192-651D-879E53B7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2ECBE-3004-924A-B6D7-FB9F779CC8BD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73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/>
        <a:effectLst>
          <a:innerShdw blurRad="63500" dist="50800" dir="2700000">
            <a:prstClr val="black">
              <a:alpha val="50000"/>
            </a:prstClr>
          </a:innerShdw>
        </a:effectLst>
      </a:spPr>
      <a:bodyPr rtlCol="0" anchor="ctr"/>
      <a:lstStyle>
        <a:defPPr algn="ctr">
          <a:defRPr sz="2800" dirty="0" smtClean="0">
            <a:latin typeface="Trangpencil" panose="02000503000000000000" pitchFamily="2" charset="0"/>
          </a:defRPr>
        </a:defPPr>
      </a:lstStyle>
      <a:style>
        <a:lnRef idx="2">
          <a:schemeClr val="accent5">
            <a:shade val="50000"/>
          </a:schemeClr>
        </a:lnRef>
        <a:fillRef idx="1">
          <a:schemeClr val="accent5"/>
        </a:fillRef>
        <a:effectRef idx="0">
          <a:schemeClr val="accent5"/>
        </a:effectRef>
        <a:fontRef idx="minor">
          <a:schemeClr val="lt1"/>
        </a:fontRef>
      </a:style>
    </a:spDef>
    <a:lnDef>
      <a:spPr>
        <a:ln w="19050">
          <a:prstDash val="sysDot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E1E23D37-4054-7140-8FAC-0EF71044AE3E}" vid="{00E0EAF7-0414-514D-A19B-7BFBD3324D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3075</TotalTime>
  <Words>718</Words>
  <Application>Microsoft Macintosh PowerPoint</Application>
  <PresentationFormat>Widescreen</PresentationFormat>
  <Paragraphs>140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Trangpencil</vt:lpstr>
      <vt:lpstr>Trangshandwriting</vt:lpstr>
      <vt:lpstr>Arial</vt:lpstr>
      <vt:lpstr>Calibri</vt:lpstr>
      <vt:lpstr>Calibri Light</vt:lpstr>
      <vt:lpstr>Office Theme</vt:lpstr>
      <vt:lpstr>BDA 411/511 Introduction to Machine Learning</vt:lpstr>
      <vt:lpstr>What Is Machine Learning?</vt:lpstr>
      <vt:lpstr>An Example</vt:lpstr>
      <vt:lpstr>When Do We Use Machine Learning?</vt:lpstr>
      <vt:lpstr>More Examples</vt:lpstr>
      <vt:lpstr>Relations in ML/AI</vt:lpstr>
      <vt:lpstr>Core Techniques in Machine Learning</vt:lpstr>
      <vt:lpstr>Types of Machine Learning</vt:lpstr>
      <vt:lpstr>Supervised Learning: Regression</vt:lpstr>
      <vt:lpstr>Supervised Learning: Classification</vt:lpstr>
      <vt:lpstr>Unsupervised Learning</vt:lpstr>
      <vt:lpstr>Unsupervised Learning</vt:lpstr>
      <vt:lpstr>Modern Machine Learning</vt:lpstr>
      <vt:lpstr>Designing a Learning System</vt:lpstr>
      <vt:lpstr>Key Components in Machine Learning</vt:lpstr>
      <vt:lpstr>Various Function Representations</vt:lpstr>
      <vt:lpstr>Various Search/Optimization Algorithms</vt:lpstr>
      <vt:lpstr>Evaluation</vt:lpstr>
      <vt:lpstr>ML in Practice</vt:lpstr>
      <vt:lpstr>Lessons Learned about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Song, Guohui</dc:creator>
  <cp:lastModifiedBy>Xie, Xuping</cp:lastModifiedBy>
  <cp:revision>24</cp:revision>
  <dcterms:created xsi:type="dcterms:W3CDTF">2022-05-05T03:19:32Z</dcterms:created>
  <dcterms:modified xsi:type="dcterms:W3CDTF">2026-08-19T21:57:27Z</dcterms:modified>
</cp:coreProperties>
</file>