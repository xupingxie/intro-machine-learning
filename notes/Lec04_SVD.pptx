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29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E9D6EB-7059-4741-9745-E69226E1CB75}">
          <p14:sldIdLst>
            <p14:sldId id="256"/>
            <p14:sldId id="294"/>
            <p14:sldId id="295"/>
            <p14:sldId id="296"/>
            <p14:sldId id="297"/>
            <p14:sldId id="298"/>
            <p14:sldId id="299"/>
            <p14:sldId id="300"/>
            <p14:sldId id="292"/>
          </p14:sldIdLst>
        </p14:section>
        <p14:section name="Untitled Section" id="{36A6DFD3-BD46-E649-B29E-3CD528BEF20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7521" autoAdjust="0"/>
  </p:normalViewPr>
  <p:slideViewPr>
    <p:cSldViewPr snapToGrid="0" snapToObjects="1">
      <p:cViewPr varScale="1">
        <p:scale>
          <a:sx n="127" d="100"/>
          <a:sy n="127" d="100"/>
        </p:scale>
        <p:origin x="576" y="192"/>
      </p:cViewPr>
      <p:guideLst/>
    </p:cSldViewPr>
  </p:slideViewPr>
  <p:outlineViewPr>
    <p:cViewPr>
      <p:scale>
        <a:sx n="33" d="100"/>
        <a:sy n="33" d="100"/>
      </p:scale>
      <p:origin x="0" y="-267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10564-5A80-1443-B620-B2FA89B774E7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8D4BB-8939-764F-AB2B-4FDF6E924E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3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146B-E056-204D-A809-3A6EC8F30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8BEA9-7308-DD44-83BA-AAB2D90D3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rangshandwriting" panose="020005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6588A-F686-964A-BED8-EBDCD97E7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CC05-1D4C-8446-A94A-F34F608A39D5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78F8D-41D5-6C4E-B3B3-CF89201B5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D0CD5-5818-B24E-AC1E-7F356D24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60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0BA0-73E9-354A-855D-70E0A387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2" y="136525"/>
            <a:ext cx="10515600" cy="797753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ED8C-2F2B-404A-94B9-68ECB03B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487"/>
            <a:ext cx="10515600" cy="5113476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21968-DB1D-484C-AAFC-DBB8FC94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B6E-76FB-8F4B-938A-48D0A87A6E19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2E132-BBC4-E348-8859-4C2D1CD8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BF79C-A68C-C046-973D-54E66A32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761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tica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0BA0-73E9-354A-855D-70E0A387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2" y="136525"/>
            <a:ext cx="10515600" cy="797753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ED8C-2F2B-404A-94B9-68ECB03B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488"/>
            <a:ext cx="10528852" cy="1063304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21968-DB1D-484C-AAFC-DBB8FC94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B6E-76FB-8F4B-938A-48D0A87A6E19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2E132-BBC4-E348-8859-4C2D1CD8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BF79C-A68C-C046-973D-54E66A32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C2A277-E80A-EB4F-BBE3-7B132D4C8A1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51452" y="2499933"/>
            <a:ext cx="10528852" cy="1179969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E5C4D25-EEE2-7C6D-14DD-D823F172784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" y="3954822"/>
            <a:ext cx="10528852" cy="1063304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4155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D55D-CB34-5343-BE61-2FF62A5A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7453B-73D6-144B-BF4D-73BB39F03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6DAE8-F7C1-F549-81A5-BE6F1DAC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125B1-07A4-444D-A7AA-E51CD7B58969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FF71-8314-C044-9CB6-EB89B33DB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BB4BA-5807-8D45-831A-85B1F5A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3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5CCA-4160-D143-8FD0-030E4A65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21"/>
            <a:ext cx="10515600" cy="728178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826F-8D65-7E45-959D-29A6F19E5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665"/>
            <a:ext cx="5181600" cy="5063298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46F12-0C84-DD4B-847B-190272AC2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3665"/>
            <a:ext cx="5181600" cy="5063298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3558A-FD1C-5446-B48F-75E3DC0A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5DB-DA5E-F746-9C95-F8AAA5AB9D02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79D84-B3DC-BD48-BF69-3709671C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4E5ED-9DB3-F940-8195-CCA39B82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65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5CCA-4160-D143-8FD0-030E4A65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21"/>
            <a:ext cx="10515600" cy="728178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826F-8D65-7E45-959D-29A6F19E5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666"/>
            <a:ext cx="5066654" cy="2001494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46F12-0C84-DD4B-847B-190272AC2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148" y="1121498"/>
            <a:ext cx="4831597" cy="2001495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3558A-FD1C-5446-B48F-75E3DC0A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5DB-DA5E-F746-9C95-F8AAA5AB9D02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79D84-B3DC-BD48-BF69-3709671C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4E5ED-9DB3-F940-8195-CCA39B82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E841B6-B1F0-3642-B83D-C6E1BE281D5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735008"/>
            <a:ext cx="5066654" cy="2001494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C1B3734-A5B9-A34A-99EC-C334744ACB0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4801" y="3735007"/>
            <a:ext cx="4831597" cy="2001495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873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6744-AD16-284A-A256-67161EECB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2DAE7-F041-1C4A-91CA-4FC9B0667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8F5BC-7E2D-AB40-AC3A-E18F7162C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10563-9B8C-5246-BF8C-DD1D17360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29EBC-175A-9D44-9A78-9B89D5C84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8414A-14B6-6A40-B34C-771557F2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C72F-6C1B-BA40-8853-3E99D89E317E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54650-8268-6E4F-882F-9480400B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ED09E5-C1BD-024B-A638-63A494B0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15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AF3D-A275-114E-8EF5-4778E678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C3E6A-6084-184C-B2FA-5D5B4697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5EA2-9357-B146-B940-6B0B033C81A6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B1506-D9F0-AD47-B6B3-5296F8CE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E1886-711F-354E-8AB7-5EDB5BBE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3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3AD73B-3E22-FD4B-950C-5888099B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4535-2762-FA49-9E03-A4AD17726A63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2603D4-AFEB-C243-9059-34F14224F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F2A8F-682D-2F42-9288-8061B4A9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7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tica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0BA0-73E9-354A-855D-70E0A387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2" y="136525"/>
            <a:ext cx="10515600" cy="797753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ED8C-2F2B-404A-94B9-68ECB03B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11" y="1063488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21968-DB1D-484C-AAFC-DBB8FC94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B6E-76FB-8F4B-938A-48D0A87A6E19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2E132-BBC4-E348-8859-4C2D1CD8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BF79C-A68C-C046-973D-54E66A32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1370765-7A07-243A-5AF5-D5D2FF0CDC4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5611" y="1959252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32F3DF4-E6A6-838E-B37F-1E65A0FF816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5611" y="2855016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826B14-9418-3F43-7972-7CAAFE2465F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5611" y="3750780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E3D5714-18E9-DBD4-1ABA-D34AB21486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5611" y="4646545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808624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7C2B-D212-C045-924D-876EE131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9474-87FC-8E41-B3FD-1767A171C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EF2CB-5899-9544-BD18-3BDCEDED1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34AD2-AB11-1146-BF08-679C18BA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15FF1-25BD-1648-97C9-D95891DAC24C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F692A-CB68-8D4A-8B19-56B371E7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439F3-BF0D-1A44-AB50-CEBB5A34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43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EA41-A551-7540-869D-738A550F2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F1FB5-D9ED-2843-AC35-E34D1A194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0F6BE-3EC6-F54C-9265-211EA6725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A9695-8281-774D-B450-E3DBDBB7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F78B-6906-6A4D-A620-A24C4B2721FE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88F05-79FB-DF43-9B9C-60A58C30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F19E0-8C34-FE4A-9362-8AF67F53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23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B015-41C7-E949-9F96-35B92563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38062-5BCB-0D49-8F0B-2268CA0DD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0D7A2-BA76-CC4F-88A4-17EC31156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847B-304B-1541-A023-6FC35800D454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B12CF-42CA-5D42-B918-BED2CFDF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7159-F95E-BD4C-A62A-DC0F96EC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89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964583-AB03-C549-A0EB-5B067B1F2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15522-6399-CC41-AB3D-F3DC83FCE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2ED2D-1F55-CA4E-82F3-C44288F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E199-AA7A-F34F-AC98-BBB8A8426897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DFE15-7278-0B40-9881-E6DC4897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6AB0C-E6D6-7E46-A628-A3E610BC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20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alphaModFix amt="48000"/>
            <a:lum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FF712-6280-4F48-84F9-E448490E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21984-CD34-3C4B-9085-BCBBB04E7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C2DED-AC91-D84C-90F4-E9BFCB44F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7B97E-4F01-244D-B00A-40018C48619A}" type="datetime1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EDD05-DC54-8444-B0CE-605923D37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41B1D-2000-D247-867E-3AA2C028D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2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60" r:id="rId6"/>
    <p:sldLayoutId id="2147483653" r:id="rId7"/>
    <p:sldLayoutId id="2147483654" r:id="rId8"/>
    <p:sldLayoutId id="2147483655" r:id="rId9"/>
    <p:sldLayoutId id="2147483662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rangshandwriting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183D0-CE17-7843-B2DE-DCD30C563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BDA 411/511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Introduction to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E0693-C14A-C640-8078-86B6C97CE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 dirty="0"/>
              <a:t>Dr. Xuping Xie</a:t>
            </a:r>
          </a:p>
          <a:p>
            <a:pPr algn="l"/>
            <a:r>
              <a:rPr lang="en-US" dirty="0"/>
              <a:t>Department of Math &amp; Stat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CE763-781E-4243-8E5E-531CD929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90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j-lt"/>
              </a:rPr>
              <a:t>Singular Value Decomposition</a:t>
            </a:r>
            <a:endParaRPr lang="en-US" sz="4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 descr="A white sheet with black text and numbers&#10;&#10;Description automatically generated">
            <a:extLst>
              <a:ext uri="{FF2B5EF4-FFF2-40B4-BE49-F238E27FC236}">
                <a16:creationId xmlns:a16="http://schemas.microsoft.com/office/drawing/2014/main" id="{97F1F9B9-521B-E20B-687B-D52A891EC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4" y="1603914"/>
            <a:ext cx="7969496" cy="528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3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j-lt"/>
              </a:rPr>
              <a:t>Singular Value Decomposition</a:t>
            </a:r>
            <a:endParaRPr lang="en-US" sz="4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Picture 2" descr="A math problem with square and square figures&#10;&#10;Description automatically generated with medium confidence">
            <a:extLst>
              <a:ext uri="{FF2B5EF4-FFF2-40B4-BE49-F238E27FC236}">
                <a16:creationId xmlns:a16="http://schemas.microsoft.com/office/drawing/2014/main" id="{D5A12480-A527-3E79-04C4-3A1386EBD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999" y="1619997"/>
            <a:ext cx="8039353" cy="523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2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j-lt"/>
              </a:rPr>
              <a:t>Singular Value Decomposition</a:t>
            </a:r>
            <a:endParaRPr lang="en-US" sz="4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E2335310-775E-D0BC-08C3-CAB12C5D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308" y="1576447"/>
            <a:ext cx="7887383" cy="51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1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j-lt"/>
              </a:rPr>
              <a:t>Singular Value Decomposition</a:t>
            </a:r>
            <a:endParaRPr lang="en-US" sz="4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Picture 2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4AEA8FC9-85BD-F378-4644-7894052DD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993" y="1589167"/>
            <a:ext cx="7637543" cy="525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66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j-lt"/>
              </a:rPr>
              <a:t>Singular Value Decomposition</a:t>
            </a:r>
            <a:endParaRPr lang="en-US" sz="4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FFCEDC8B-6F72-2B7B-5FB3-CBC02B3EC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007" y="1590306"/>
            <a:ext cx="7702678" cy="523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80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j-lt"/>
              </a:rPr>
              <a:t>Singular Value Decomposition</a:t>
            </a:r>
            <a:endParaRPr lang="en-US" sz="4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Picture 2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5419BB76-45A1-3526-2BA5-E56E1C6E7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01" y="1899665"/>
            <a:ext cx="8083062" cy="453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j-lt"/>
              </a:rPr>
              <a:t>Compute SVD</a:t>
            </a:r>
            <a:endParaRPr lang="en-US" sz="4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E13CAB0C-BF1D-3036-D4AB-7E13D70C0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842" y="1598348"/>
            <a:ext cx="8313316" cy="519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46C3A-8CD6-8240-250F-D308D5FF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74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  <a:effectLst>
          <a:innerShdw blurRad="63500" dist="50800" dir="2700000">
            <a:prstClr val="black">
              <a:alpha val="50000"/>
            </a:prstClr>
          </a:innerShdw>
        </a:effectLst>
      </a:spPr>
      <a:bodyPr rtlCol="0" anchor="ctr"/>
      <a:lstStyle>
        <a:defPPr algn="ctr">
          <a:defRPr sz="2800" dirty="0" smtClean="0">
            <a:latin typeface="Trangpencil" panose="02000503000000000000" pitchFamily="2" charset="0"/>
          </a:defRPr>
        </a:defPPr>
      </a:lstStyle>
      <a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a:style>
    </a:spDef>
    <a:lnDef>
      <a:spPr>
        <a:ln w="19050">
          <a:prstDash val="sysDot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E1E23D37-4054-7140-8FAC-0EF71044AE3E}" vid="{00E0EAF7-0414-514D-A19B-7BFBD3324D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6513</TotalTime>
  <Words>46</Words>
  <Application>Microsoft Macintosh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Trangshandwriting</vt:lpstr>
      <vt:lpstr>Arial</vt:lpstr>
      <vt:lpstr>Calibri</vt:lpstr>
      <vt:lpstr>Office Theme</vt:lpstr>
      <vt:lpstr>BDA 411/511 Introduction to Machine Learning</vt:lpstr>
      <vt:lpstr>Singular Value Decomposition</vt:lpstr>
      <vt:lpstr>Singular Value Decomposition</vt:lpstr>
      <vt:lpstr>Singular Value Decomposition</vt:lpstr>
      <vt:lpstr>Singular Value Decomposition</vt:lpstr>
      <vt:lpstr>Singular Value Decomposition</vt:lpstr>
      <vt:lpstr>Singular Value Decomposition</vt:lpstr>
      <vt:lpstr>Compute SVD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Song, Guohui</dc:creator>
  <cp:lastModifiedBy>Xie, Xuping</cp:lastModifiedBy>
  <cp:revision>17</cp:revision>
  <dcterms:created xsi:type="dcterms:W3CDTF">2022-05-05T03:19:32Z</dcterms:created>
  <dcterms:modified xsi:type="dcterms:W3CDTF">2025-09-04T22:08:41Z</dcterms:modified>
</cp:coreProperties>
</file>